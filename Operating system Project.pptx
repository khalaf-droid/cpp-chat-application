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53D379-7E3B-4BC4-8516-4D496A0DBB6A}" type="doc">
      <dgm:prSet loTypeId="urn:microsoft.com/office/officeart/2005/8/layout/vList3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pPr rtl="1"/>
          <a:endParaRPr lang="ar-SA"/>
        </a:p>
      </dgm:t>
    </dgm:pt>
    <dgm:pt modelId="{D6C85944-BF3A-451B-A4E4-01D85377EC94}">
      <dgm:prSet/>
      <dgm:spPr/>
      <dgm:t>
        <a:bodyPr/>
        <a:lstStyle/>
        <a:p>
          <a:pPr rtl="1"/>
          <a:r>
            <a:rPr lang="en-US" b="1" i="0" baseline="0" dirty="0" err="1"/>
            <a:t>i</a:t>
          </a:r>
          <a:r>
            <a:rPr lang="ar-SA" b="1" i="0" baseline="0" dirty="0"/>
            <a:t>n </a:t>
          </a:r>
          <a:r>
            <a:rPr lang="ar-SA" b="1" i="0" baseline="0" dirty="0" err="1"/>
            <a:t>this</a:t>
          </a:r>
          <a:r>
            <a:rPr lang="ar-SA" b="1" i="0" baseline="0" dirty="0"/>
            <a:t> </a:t>
          </a:r>
          <a:r>
            <a:rPr lang="ar-SA" b="1" i="0" baseline="0" dirty="0" err="1"/>
            <a:t>part</a:t>
          </a:r>
          <a:r>
            <a:rPr lang="ar-SA" b="1" i="0" baseline="0" dirty="0"/>
            <a:t>, </a:t>
          </a:r>
          <a:r>
            <a:rPr lang="ar-SA" b="1" i="0" baseline="0" dirty="0" err="1"/>
            <a:t>sockets</a:t>
          </a:r>
          <a:r>
            <a:rPr lang="ar-SA" b="1" i="0" baseline="0" dirty="0"/>
            <a:t> </a:t>
          </a:r>
          <a:r>
            <a:rPr lang="ar-SA" b="1" i="0" baseline="0" dirty="0" err="1"/>
            <a:t>are</a:t>
          </a:r>
          <a:r>
            <a:rPr lang="ar-SA" b="1" i="0" baseline="0" dirty="0"/>
            <a:t> </a:t>
          </a:r>
          <a:r>
            <a:rPr lang="ar-SA" b="1" i="0" baseline="0" dirty="0" err="1"/>
            <a:t>used</a:t>
          </a:r>
          <a:r>
            <a:rPr lang="ar-SA" b="1" i="0" baseline="0" dirty="0"/>
            <a:t> </a:t>
          </a:r>
          <a:r>
            <a:rPr lang="ar-SA" b="1" i="0" baseline="0" dirty="0" err="1"/>
            <a:t>to</a:t>
          </a:r>
          <a:r>
            <a:rPr lang="ar-SA" b="1" i="0" baseline="0" dirty="0"/>
            <a:t> </a:t>
          </a:r>
          <a:r>
            <a:rPr lang="ar-SA" b="1" i="0" baseline="0" dirty="0" err="1"/>
            <a:t>allow</a:t>
          </a:r>
          <a:r>
            <a:rPr lang="ar-SA" b="1" i="0" baseline="0" dirty="0"/>
            <a:t> </a:t>
          </a:r>
          <a:r>
            <a:rPr lang="ar-SA" b="1" i="0" baseline="0" dirty="0" err="1"/>
            <a:t>communication</a:t>
          </a:r>
          <a:r>
            <a:rPr lang="ar-SA" b="1" i="0" baseline="0" dirty="0"/>
            <a:t> </a:t>
          </a:r>
          <a:r>
            <a:rPr lang="ar-SA" b="1" i="0" baseline="0" dirty="0" err="1"/>
            <a:t>between</a:t>
          </a:r>
          <a:r>
            <a:rPr lang="ar-SA" b="1" i="0" baseline="0" dirty="0"/>
            <a:t> </a:t>
          </a:r>
          <a:r>
            <a:rPr lang="ar-SA" b="1" i="0" baseline="0" dirty="0" err="1"/>
            <a:t>different</a:t>
          </a:r>
          <a:r>
            <a:rPr lang="ar-SA" b="1" i="0" baseline="0" dirty="0"/>
            <a:t> </a:t>
          </a:r>
          <a:r>
            <a:rPr lang="ar-SA" b="1" i="0" baseline="0" dirty="0" err="1"/>
            <a:t>users</a:t>
          </a:r>
          <a:r>
            <a:rPr lang="ar-SA" b="1" i="0" baseline="0" dirty="0"/>
            <a:t> </a:t>
          </a:r>
          <a:r>
            <a:rPr lang="ar-SA" b="1" i="0" baseline="0" dirty="0" err="1"/>
            <a:t>over</a:t>
          </a:r>
          <a:r>
            <a:rPr lang="ar-SA" b="1" i="0" baseline="0" dirty="0"/>
            <a:t> a </a:t>
          </a:r>
          <a:r>
            <a:rPr lang="ar-SA" b="1" i="0" baseline="0" dirty="0" err="1"/>
            <a:t>network</a:t>
          </a:r>
          <a:r>
            <a:rPr lang="ar-SA" b="1" i="0" baseline="0" dirty="0"/>
            <a:t>.</a:t>
          </a:r>
          <a:endParaRPr lang="ar-SA" dirty="0"/>
        </a:p>
      </dgm:t>
    </dgm:pt>
    <dgm:pt modelId="{A7CB8BDE-BA7D-4060-97AF-FE471ED90F0D}" type="parTrans" cxnId="{7C8CDF49-E1E4-4355-999A-D438851399E2}">
      <dgm:prSet/>
      <dgm:spPr/>
      <dgm:t>
        <a:bodyPr/>
        <a:lstStyle/>
        <a:p>
          <a:pPr rtl="1"/>
          <a:endParaRPr lang="ar-SA"/>
        </a:p>
      </dgm:t>
    </dgm:pt>
    <dgm:pt modelId="{D8C882A4-98D5-4962-933C-D03A523848F8}" type="sibTrans" cxnId="{7C8CDF49-E1E4-4355-999A-D438851399E2}">
      <dgm:prSet/>
      <dgm:spPr/>
      <dgm:t>
        <a:bodyPr/>
        <a:lstStyle/>
        <a:p>
          <a:pPr rtl="1"/>
          <a:endParaRPr lang="ar-SA"/>
        </a:p>
      </dgm:t>
    </dgm:pt>
    <dgm:pt modelId="{B1AD32F0-6943-4459-B331-A536665A3FA6}">
      <dgm:prSet/>
      <dgm:spPr/>
      <dgm:t>
        <a:bodyPr/>
        <a:lstStyle/>
        <a:p>
          <a:pPr rtl="1"/>
          <a:r>
            <a:rPr lang="ar-SA" b="1" i="0" baseline="0"/>
            <a:t>The system is based on a client–server model where users connect to a central server.</a:t>
          </a:r>
          <a:endParaRPr lang="ar-SA"/>
        </a:p>
      </dgm:t>
    </dgm:pt>
    <dgm:pt modelId="{D08425F6-65A2-45A2-9295-4B3A6384504E}" type="parTrans" cxnId="{5CC94C9C-4ADD-465D-9229-4BF1D1758CEE}">
      <dgm:prSet/>
      <dgm:spPr/>
      <dgm:t>
        <a:bodyPr/>
        <a:lstStyle/>
        <a:p>
          <a:pPr rtl="1"/>
          <a:endParaRPr lang="ar-SA"/>
        </a:p>
      </dgm:t>
    </dgm:pt>
    <dgm:pt modelId="{4E2179CA-9A30-4E4D-80DB-EEB84D65506B}" type="sibTrans" cxnId="{5CC94C9C-4ADD-465D-9229-4BF1D1758CEE}">
      <dgm:prSet/>
      <dgm:spPr/>
      <dgm:t>
        <a:bodyPr/>
        <a:lstStyle/>
        <a:p>
          <a:pPr rtl="1"/>
          <a:endParaRPr lang="ar-SA"/>
        </a:p>
      </dgm:t>
    </dgm:pt>
    <dgm:pt modelId="{CCD2269C-87CF-4C16-8859-4BB85B1AC7A4}">
      <dgm:prSet/>
      <dgm:spPr/>
      <dgm:t>
        <a:bodyPr/>
        <a:lstStyle/>
        <a:p>
          <a:pPr rtl="1"/>
          <a:r>
            <a:rPr lang="ar-SA" b="1" i="0" baseline="0"/>
            <a:t>Multithreading is used so the server can deal with more than one user at the same time.</a:t>
          </a:r>
          <a:endParaRPr lang="ar-SA"/>
        </a:p>
      </dgm:t>
    </dgm:pt>
    <dgm:pt modelId="{FCBB2DCB-B75C-4D84-BCC1-19AE4EB8806A}" type="parTrans" cxnId="{F44F468E-4696-4F80-84AE-6592CB42BA09}">
      <dgm:prSet/>
      <dgm:spPr/>
      <dgm:t>
        <a:bodyPr/>
        <a:lstStyle/>
        <a:p>
          <a:pPr rtl="1"/>
          <a:endParaRPr lang="ar-SA"/>
        </a:p>
      </dgm:t>
    </dgm:pt>
    <dgm:pt modelId="{4B43CC3F-3BDB-4DF6-A290-10D5CC111899}" type="sibTrans" cxnId="{F44F468E-4696-4F80-84AE-6592CB42BA09}">
      <dgm:prSet/>
      <dgm:spPr/>
      <dgm:t>
        <a:bodyPr/>
        <a:lstStyle/>
        <a:p>
          <a:pPr rtl="1"/>
          <a:endParaRPr lang="ar-SA"/>
        </a:p>
      </dgm:t>
    </dgm:pt>
    <dgm:pt modelId="{5C6843D6-4B1A-4DA6-BD7E-2217BE01B965}">
      <dgm:prSet/>
      <dgm:spPr/>
      <dgm:t>
        <a:bodyPr/>
        <a:lstStyle/>
        <a:p>
          <a:pPr rtl="1"/>
          <a:r>
            <a:rPr lang="ar-SA" b="1" i="0" baseline="0" dirty="0" err="1"/>
            <a:t>Each</a:t>
          </a:r>
          <a:r>
            <a:rPr lang="ar-SA" b="1" i="0" baseline="0" dirty="0"/>
            <a:t> </a:t>
          </a:r>
          <a:r>
            <a:rPr lang="ar-SA" b="1" i="0" baseline="0" dirty="0" err="1"/>
            <a:t>user</a:t>
          </a:r>
          <a:r>
            <a:rPr lang="ar-SA" b="1" i="0" baseline="0" dirty="0"/>
            <a:t> </a:t>
          </a:r>
          <a:r>
            <a:rPr lang="ar-SA" b="1" i="0" baseline="0" dirty="0" err="1"/>
            <a:t>connection</a:t>
          </a:r>
          <a:r>
            <a:rPr lang="ar-SA" b="1" i="0" baseline="0" dirty="0"/>
            <a:t> </a:t>
          </a:r>
          <a:r>
            <a:rPr lang="ar-SA" b="1" i="0" baseline="0" dirty="0" err="1"/>
            <a:t>runs</a:t>
          </a:r>
          <a:r>
            <a:rPr lang="ar-SA" b="1" i="0" baseline="0" dirty="0"/>
            <a:t> </a:t>
          </a:r>
          <a:r>
            <a:rPr lang="ar-SA" b="1" i="0" baseline="0" dirty="0" err="1"/>
            <a:t>in</a:t>
          </a:r>
          <a:r>
            <a:rPr lang="ar-SA" b="1" i="0" baseline="0" dirty="0"/>
            <a:t> a </a:t>
          </a:r>
          <a:r>
            <a:rPr lang="ar-SA" b="1" i="0" baseline="0" dirty="0" err="1"/>
            <a:t>separate</a:t>
          </a:r>
          <a:r>
            <a:rPr lang="ar-SA" b="1" i="0" baseline="0" dirty="0"/>
            <a:t> </a:t>
          </a:r>
          <a:r>
            <a:rPr lang="ar-SA" b="1" i="0" baseline="0" dirty="0" err="1"/>
            <a:t>thread</a:t>
          </a:r>
          <a:r>
            <a:rPr lang="ar-SA" b="1" i="0" baseline="0" dirty="0"/>
            <a:t> </a:t>
          </a:r>
          <a:r>
            <a:rPr lang="ar-SA" b="1" i="0" baseline="0" dirty="0" err="1"/>
            <a:t>to</a:t>
          </a:r>
          <a:r>
            <a:rPr lang="ar-SA" b="1" i="0" baseline="0" dirty="0"/>
            <a:t> </a:t>
          </a:r>
          <a:r>
            <a:rPr lang="ar-SA" b="1" i="0" baseline="0" dirty="0" err="1"/>
            <a:t>keep</a:t>
          </a:r>
          <a:r>
            <a:rPr lang="ar-SA" b="1" i="0" baseline="0" dirty="0"/>
            <a:t> </a:t>
          </a:r>
          <a:r>
            <a:rPr lang="ar-SA" b="1" i="0" baseline="0" dirty="0" err="1"/>
            <a:t>the</a:t>
          </a:r>
          <a:r>
            <a:rPr lang="ar-SA" b="1" i="0" baseline="0" dirty="0"/>
            <a:t> </a:t>
          </a:r>
          <a:r>
            <a:rPr lang="ar-SA" b="1" i="0" baseline="0" dirty="0" err="1"/>
            <a:t>system</a:t>
          </a:r>
          <a:r>
            <a:rPr lang="ar-SA" b="1" i="0" baseline="0" dirty="0"/>
            <a:t> </a:t>
          </a:r>
          <a:r>
            <a:rPr lang="ar-SA" b="1" i="0" baseline="0" dirty="0" err="1"/>
            <a:t>responsive</a:t>
          </a:r>
          <a:r>
            <a:rPr lang="ar-SA" b="1" i="0" baseline="0" dirty="0"/>
            <a:t>.</a:t>
          </a:r>
          <a:endParaRPr lang="ar-SA" dirty="0"/>
        </a:p>
      </dgm:t>
    </dgm:pt>
    <dgm:pt modelId="{C2B17D4A-9284-4A94-AC5F-278A80345DE4}" type="parTrans" cxnId="{E2BC1266-6AA4-455C-A246-8A77B391DF87}">
      <dgm:prSet/>
      <dgm:spPr/>
      <dgm:t>
        <a:bodyPr/>
        <a:lstStyle/>
        <a:p>
          <a:pPr rtl="1"/>
          <a:endParaRPr lang="ar-SA"/>
        </a:p>
      </dgm:t>
    </dgm:pt>
    <dgm:pt modelId="{29AB87EC-8E5E-4B94-AD69-817110D4BD3E}" type="sibTrans" cxnId="{E2BC1266-6AA4-455C-A246-8A77B391DF87}">
      <dgm:prSet/>
      <dgm:spPr/>
      <dgm:t>
        <a:bodyPr/>
        <a:lstStyle/>
        <a:p>
          <a:pPr rtl="1"/>
          <a:endParaRPr lang="ar-SA"/>
        </a:p>
      </dgm:t>
    </dgm:pt>
    <dgm:pt modelId="{5653182C-59D6-4A5B-98CB-45F4EC627D9A}">
      <dgm:prSet/>
      <dgm:spPr/>
      <dgm:t>
        <a:bodyPr/>
        <a:lstStyle/>
        <a:p>
          <a:pPr rtl="1"/>
          <a:r>
            <a:rPr lang="ar-SA" b="1" i="0" baseline="0" dirty="0" err="1"/>
            <a:t>This</a:t>
          </a:r>
          <a:r>
            <a:rPr lang="ar-SA" b="1" i="0" baseline="0" dirty="0"/>
            <a:t> </a:t>
          </a:r>
          <a:r>
            <a:rPr lang="ar-SA" b="1" i="0" baseline="0" dirty="0" err="1"/>
            <a:t>approach</a:t>
          </a:r>
          <a:r>
            <a:rPr lang="ar-SA" b="1" i="0" baseline="0" dirty="0"/>
            <a:t> </a:t>
          </a:r>
          <a:r>
            <a:rPr lang="ar-SA" b="1" i="0" baseline="0" dirty="0" err="1"/>
            <a:t>helps</a:t>
          </a:r>
          <a:r>
            <a:rPr lang="ar-SA" b="1" i="0" baseline="0" dirty="0"/>
            <a:t> </a:t>
          </a:r>
          <a:r>
            <a:rPr lang="ar-SA" b="1" i="0" baseline="0" dirty="0" err="1"/>
            <a:t>the</a:t>
          </a:r>
          <a:r>
            <a:rPr lang="ar-SA" b="1" i="0" baseline="0" dirty="0"/>
            <a:t> </a:t>
          </a:r>
          <a:r>
            <a:rPr lang="ar-SA" b="1" i="0" baseline="0" dirty="0" err="1"/>
            <a:t>chat</a:t>
          </a:r>
          <a:r>
            <a:rPr lang="ar-SA" b="1" i="0" baseline="0" dirty="0"/>
            <a:t> </a:t>
          </a:r>
          <a:r>
            <a:rPr lang="ar-SA" b="1" i="0" baseline="0" dirty="0" err="1"/>
            <a:t>system</a:t>
          </a:r>
          <a:r>
            <a:rPr lang="ar-SA" b="1" i="0" baseline="0" dirty="0"/>
            <a:t> </a:t>
          </a:r>
          <a:r>
            <a:rPr lang="ar-SA" b="1" i="0" baseline="0" dirty="0" err="1"/>
            <a:t>work</a:t>
          </a:r>
          <a:r>
            <a:rPr lang="ar-SA" b="1" i="0" baseline="0" dirty="0"/>
            <a:t> </a:t>
          </a:r>
          <a:r>
            <a:rPr lang="ar-SA" b="1" i="0" baseline="0" dirty="0" err="1"/>
            <a:t>smoothly</a:t>
          </a:r>
          <a:r>
            <a:rPr lang="ar-SA" b="1" i="0" baseline="0" dirty="0"/>
            <a:t> </a:t>
          </a:r>
          <a:r>
            <a:rPr lang="ar-SA" b="1" i="0" baseline="0" dirty="0" err="1"/>
            <a:t>and</a:t>
          </a:r>
          <a:r>
            <a:rPr lang="ar-SA" b="1" i="0" baseline="0" dirty="0"/>
            <a:t> </a:t>
          </a:r>
          <a:r>
            <a:rPr lang="ar-SA" b="1" i="0" baseline="0" dirty="0" err="1"/>
            <a:t>exchange</a:t>
          </a:r>
          <a:r>
            <a:rPr lang="ar-SA" b="1" i="0" baseline="0" dirty="0"/>
            <a:t> </a:t>
          </a:r>
          <a:r>
            <a:rPr lang="ar-SA" b="1" i="0" baseline="0" dirty="0" err="1"/>
            <a:t>messages</a:t>
          </a:r>
          <a:r>
            <a:rPr lang="ar-SA" b="1" i="0" baseline="0" dirty="0"/>
            <a:t> </a:t>
          </a:r>
          <a:r>
            <a:rPr lang="ar-SA" b="1" i="0" baseline="0" dirty="0" err="1"/>
            <a:t>in</a:t>
          </a:r>
          <a:r>
            <a:rPr lang="ar-SA" b="1" i="0" baseline="0" dirty="0"/>
            <a:t> </a:t>
          </a:r>
          <a:r>
            <a:rPr lang="ar-SA" b="1" i="0" baseline="0" dirty="0" err="1"/>
            <a:t>real</a:t>
          </a:r>
          <a:r>
            <a:rPr lang="ar-SA" b="1" i="0" baseline="0" dirty="0"/>
            <a:t> </a:t>
          </a:r>
          <a:endParaRPr lang="ar-SA" dirty="0"/>
        </a:p>
      </dgm:t>
    </dgm:pt>
    <dgm:pt modelId="{FEDA1269-D80C-41EA-8707-58BE5A02D9CC}" type="parTrans" cxnId="{8EEE0FC6-C039-4AFC-A064-BF6FE31E54B5}">
      <dgm:prSet/>
      <dgm:spPr/>
      <dgm:t>
        <a:bodyPr/>
        <a:lstStyle/>
        <a:p>
          <a:pPr rtl="1"/>
          <a:endParaRPr lang="ar-SA"/>
        </a:p>
      </dgm:t>
    </dgm:pt>
    <dgm:pt modelId="{CCC60CFE-6FAF-49A7-B388-AA90843E7A7E}" type="sibTrans" cxnId="{8EEE0FC6-C039-4AFC-A064-BF6FE31E54B5}">
      <dgm:prSet/>
      <dgm:spPr/>
      <dgm:t>
        <a:bodyPr/>
        <a:lstStyle/>
        <a:p>
          <a:pPr rtl="1"/>
          <a:endParaRPr lang="ar-SA"/>
        </a:p>
      </dgm:t>
    </dgm:pt>
    <dgm:pt modelId="{ADA0842F-5541-42C3-B429-D8AB53707007}" type="pres">
      <dgm:prSet presAssocID="{0F53D379-7E3B-4BC4-8516-4D496A0DBB6A}" presName="linearFlow" presStyleCnt="0">
        <dgm:presLayoutVars>
          <dgm:dir/>
          <dgm:resizeHandles val="exact"/>
        </dgm:presLayoutVars>
      </dgm:prSet>
      <dgm:spPr/>
    </dgm:pt>
    <dgm:pt modelId="{5DD7C701-5E3E-4FC3-BD78-B85EAB06EC70}" type="pres">
      <dgm:prSet presAssocID="{D6C85944-BF3A-451B-A4E4-01D85377EC94}" presName="composite" presStyleCnt="0"/>
      <dgm:spPr/>
    </dgm:pt>
    <dgm:pt modelId="{F0797665-27CA-401B-BF2C-C18D10DDA970}" type="pres">
      <dgm:prSet presAssocID="{D6C85944-BF3A-451B-A4E4-01D85377EC94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0F53260B-E9BB-4760-B952-AC2A25868BCC}" type="pres">
      <dgm:prSet presAssocID="{D6C85944-BF3A-451B-A4E4-01D85377EC94}" presName="txShp" presStyleLbl="node1" presStyleIdx="0" presStyleCnt="5">
        <dgm:presLayoutVars>
          <dgm:bulletEnabled val="1"/>
        </dgm:presLayoutVars>
      </dgm:prSet>
      <dgm:spPr/>
    </dgm:pt>
    <dgm:pt modelId="{C24715C6-BC61-4F14-B091-27A559F9B7BD}" type="pres">
      <dgm:prSet presAssocID="{D8C882A4-98D5-4962-933C-D03A523848F8}" presName="spacing" presStyleCnt="0"/>
      <dgm:spPr/>
    </dgm:pt>
    <dgm:pt modelId="{483F8EFE-925A-4017-A25A-C64B949EB7DA}" type="pres">
      <dgm:prSet presAssocID="{B1AD32F0-6943-4459-B331-A536665A3FA6}" presName="composite" presStyleCnt="0"/>
      <dgm:spPr/>
    </dgm:pt>
    <dgm:pt modelId="{38FFF991-9823-41C9-ABC8-5B4B319EEC6A}" type="pres">
      <dgm:prSet presAssocID="{B1AD32F0-6943-4459-B331-A536665A3FA6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6F00FB26-E10B-4F77-8C8E-AE080AF85371}" type="pres">
      <dgm:prSet presAssocID="{B1AD32F0-6943-4459-B331-A536665A3FA6}" presName="txShp" presStyleLbl="node1" presStyleIdx="1" presStyleCnt="5">
        <dgm:presLayoutVars>
          <dgm:bulletEnabled val="1"/>
        </dgm:presLayoutVars>
      </dgm:prSet>
      <dgm:spPr/>
    </dgm:pt>
    <dgm:pt modelId="{812AAF8C-0951-48F1-B549-012D25D3D652}" type="pres">
      <dgm:prSet presAssocID="{4E2179CA-9A30-4E4D-80DB-EEB84D65506B}" presName="spacing" presStyleCnt="0"/>
      <dgm:spPr/>
    </dgm:pt>
    <dgm:pt modelId="{B4B9C261-F477-40E2-B9D1-3C94AFA5E330}" type="pres">
      <dgm:prSet presAssocID="{CCD2269C-87CF-4C16-8859-4BB85B1AC7A4}" presName="composite" presStyleCnt="0"/>
      <dgm:spPr/>
    </dgm:pt>
    <dgm:pt modelId="{A30192F0-C9E8-4352-A424-930824E12F2E}" type="pres">
      <dgm:prSet presAssocID="{CCD2269C-87CF-4C16-8859-4BB85B1AC7A4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8F4C979B-4425-4DD4-8E9E-BA77CEF562D6}" type="pres">
      <dgm:prSet presAssocID="{CCD2269C-87CF-4C16-8859-4BB85B1AC7A4}" presName="txShp" presStyleLbl="node1" presStyleIdx="2" presStyleCnt="5">
        <dgm:presLayoutVars>
          <dgm:bulletEnabled val="1"/>
        </dgm:presLayoutVars>
      </dgm:prSet>
      <dgm:spPr/>
    </dgm:pt>
    <dgm:pt modelId="{748DC450-4AC0-439D-9BA8-557F5BD96A98}" type="pres">
      <dgm:prSet presAssocID="{4B43CC3F-3BDB-4DF6-A290-10D5CC111899}" presName="spacing" presStyleCnt="0"/>
      <dgm:spPr/>
    </dgm:pt>
    <dgm:pt modelId="{2BB0BE14-BAA6-4D13-9DC3-0835B95EE6D8}" type="pres">
      <dgm:prSet presAssocID="{5C6843D6-4B1A-4DA6-BD7E-2217BE01B965}" presName="composite" presStyleCnt="0"/>
      <dgm:spPr/>
    </dgm:pt>
    <dgm:pt modelId="{98917DD4-6E17-43A6-99F5-5129F8614852}" type="pres">
      <dgm:prSet presAssocID="{5C6843D6-4B1A-4DA6-BD7E-2217BE01B965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4 with solid fill"/>
        </a:ext>
      </dgm:extLst>
    </dgm:pt>
    <dgm:pt modelId="{D538F858-C70A-469C-A2D7-E179320D463C}" type="pres">
      <dgm:prSet presAssocID="{5C6843D6-4B1A-4DA6-BD7E-2217BE01B965}" presName="txShp" presStyleLbl="node1" presStyleIdx="3" presStyleCnt="5">
        <dgm:presLayoutVars>
          <dgm:bulletEnabled val="1"/>
        </dgm:presLayoutVars>
      </dgm:prSet>
      <dgm:spPr/>
    </dgm:pt>
    <dgm:pt modelId="{6EF7600D-6D26-498F-A297-8CB62BC1BD13}" type="pres">
      <dgm:prSet presAssocID="{29AB87EC-8E5E-4B94-AD69-817110D4BD3E}" presName="spacing" presStyleCnt="0"/>
      <dgm:spPr/>
    </dgm:pt>
    <dgm:pt modelId="{408C4009-5DDD-481E-BD24-7B04602DAEAF}" type="pres">
      <dgm:prSet presAssocID="{5653182C-59D6-4A5B-98CB-45F4EC627D9A}" presName="composite" presStyleCnt="0"/>
      <dgm:spPr/>
    </dgm:pt>
    <dgm:pt modelId="{1A7B7191-3064-4EBA-8A97-0B4B7592882E}" type="pres">
      <dgm:prSet presAssocID="{5653182C-59D6-4A5B-98CB-45F4EC627D9A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5 with solid fill"/>
        </a:ext>
      </dgm:extLst>
    </dgm:pt>
    <dgm:pt modelId="{26E22601-D0CA-4980-A3EB-6CE6D74F7A9F}" type="pres">
      <dgm:prSet presAssocID="{5653182C-59D6-4A5B-98CB-45F4EC627D9A}" presName="txShp" presStyleLbl="node1" presStyleIdx="4" presStyleCnt="5">
        <dgm:presLayoutVars>
          <dgm:bulletEnabled val="1"/>
        </dgm:presLayoutVars>
      </dgm:prSet>
      <dgm:spPr/>
    </dgm:pt>
  </dgm:ptLst>
  <dgm:cxnLst>
    <dgm:cxn modelId="{75876921-F2AA-42DD-975D-AA104874CFBA}" type="presOf" srcId="{5C6843D6-4B1A-4DA6-BD7E-2217BE01B965}" destId="{D538F858-C70A-469C-A2D7-E179320D463C}" srcOrd="0" destOrd="0" presId="urn:microsoft.com/office/officeart/2005/8/layout/vList3"/>
    <dgm:cxn modelId="{A2A51627-4395-42E4-A04E-09388B70AF75}" type="presOf" srcId="{D6C85944-BF3A-451B-A4E4-01D85377EC94}" destId="{0F53260B-E9BB-4760-B952-AC2A25868BCC}" srcOrd="0" destOrd="0" presId="urn:microsoft.com/office/officeart/2005/8/layout/vList3"/>
    <dgm:cxn modelId="{36DD0340-A2F0-4A62-99B3-4F3901E4D3A9}" type="presOf" srcId="{0F53D379-7E3B-4BC4-8516-4D496A0DBB6A}" destId="{ADA0842F-5541-42C3-B429-D8AB53707007}" srcOrd="0" destOrd="0" presId="urn:microsoft.com/office/officeart/2005/8/layout/vList3"/>
    <dgm:cxn modelId="{E2BC1266-6AA4-455C-A246-8A77B391DF87}" srcId="{0F53D379-7E3B-4BC4-8516-4D496A0DBB6A}" destId="{5C6843D6-4B1A-4DA6-BD7E-2217BE01B965}" srcOrd="3" destOrd="0" parTransId="{C2B17D4A-9284-4A94-AC5F-278A80345DE4}" sibTransId="{29AB87EC-8E5E-4B94-AD69-817110D4BD3E}"/>
    <dgm:cxn modelId="{2C041569-F3C9-4DF7-8F29-4D662775052E}" type="presOf" srcId="{B1AD32F0-6943-4459-B331-A536665A3FA6}" destId="{6F00FB26-E10B-4F77-8C8E-AE080AF85371}" srcOrd="0" destOrd="0" presId="urn:microsoft.com/office/officeart/2005/8/layout/vList3"/>
    <dgm:cxn modelId="{7C8CDF49-E1E4-4355-999A-D438851399E2}" srcId="{0F53D379-7E3B-4BC4-8516-4D496A0DBB6A}" destId="{D6C85944-BF3A-451B-A4E4-01D85377EC94}" srcOrd="0" destOrd="0" parTransId="{A7CB8BDE-BA7D-4060-97AF-FE471ED90F0D}" sibTransId="{D8C882A4-98D5-4962-933C-D03A523848F8}"/>
    <dgm:cxn modelId="{9899D689-40D5-487A-99C1-8E938DA08D83}" type="presOf" srcId="{5653182C-59D6-4A5B-98CB-45F4EC627D9A}" destId="{26E22601-D0CA-4980-A3EB-6CE6D74F7A9F}" srcOrd="0" destOrd="0" presId="urn:microsoft.com/office/officeart/2005/8/layout/vList3"/>
    <dgm:cxn modelId="{F44F468E-4696-4F80-84AE-6592CB42BA09}" srcId="{0F53D379-7E3B-4BC4-8516-4D496A0DBB6A}" destId="{CCD2269C-87CF-4C16-8859-4BB85B1AC7A4}" srcOrd="2" destOrd="0" parTransId="{FCBB2DCB-B75C-4D84-BCC1-19AE4EB8806A}" sibTransId="{4B43CC3F-3BDB-4DF6-A290-10D5CC111899}"/>
    <dgm:cxn modelId="{5CC94C9C-4ADD-465D-9229-4BF1D1758CEE}" srcId="{0F53D379-7E3B-4BC4-8516-4D496A0DBB6A}" destId="{B1AD32F0-6943-4459-B331-A536665A3FA6}" srcOrd="1" destOrd="0" parTransId="{D08425F6-65A2-45A2-9295-4B3A6384504E}" sibTransId="{4E2179CA-9A30-4E4D-80DB-EEB84D65506B}"/>
    <dgm:cxn modelId="{438710A1-7BA7-4380-A2A8-08E003D8AF71}" type="presOf" srcId="{CCD2269C-87CF-4C16-8859-4BB85B1AC7A4}" destId="{8F4C979B-4425-4DD4-8E9E-BA77CEF562D6}" srcOrd="0" destOrd="0" presId="urn:microsoft.com/office/officeart/2005/8/layout/vList3"/>
    <dgm:cxn modelId="{8EEE0FC6-C039-4AFC-A064-BF6FE31E54B5}" srcId="{0F53D379-7E3B-4BC4-8516-4D496A0DBB6A}" destId="{5653182C-59D6-4A5B-98CB-45F4EC627D9A}" srcOrd="4" destOrd="0" parTransId="{FEDA1269-D80C-41EA-8707-58BE5A02D9CC}" sibTransId="{CCC60CFE-6FAF-49A7-B388-AA90843E7A7E}"/>
    <dgm:cxn modelId="{33A80C5D-4AF8-4C38-9E23-8B69FF0F0A72}" type="presParOf" srcId="{ADA0842F-5541-42C3-B429-D8AB53707007}" destId="{5DD7C701-5E3E-4FC3-BD78-B85EAB06EC70}" srcOrd="0" destOrd="0" presId="urn:microsoft.com/office/officeart/2005/8/layout/vList3"/>
    <dgm:cxn modelId="{F45078CD-D729-46E2-8694-BA9746AEB2DE}" type="presParOf" srcId="{5DD7C701-5E3E-4FC3-BD78-B85EAB06EC70}" destId="{F0797665-27CA-401B-BF2C-C18D10DDA970}" srcOrd="0" destOrd="0" presId="urn:microsoft.com/office/officeart/2005/8/layout/vList3"/>
    <dgm:cxn modelId="{3F5540F5-3BD4-4FA7-98F2-571D7214D977}" type="presParOf" srcId="{5DD7C701-5E3E-4FC3-BD78-B85EAB06EC70}" destId="{0F53260B-E9BB-4760-B952-AC2A25868BCC}" srcOrd="1" destOrd="0" presId="urn:microsoft.com/office/officeart/2005/8/layout/vList3"/>
    <dgm:cxn modelId="{5B2AC7EA-C327-46F6-A47A-11B77B6C51BB}" type="presParOf" srcId="{ADA0842F-5541-42C3-B429-D8AB53707007}" destId="{C24715C6-BC61-4F14-B091-27A559F9B7BD}" srcOrd="1" destOrd="0" presId="urn:microsoft.com/office/officeart/2005/8/layout/vList3"/>
    <dgm:cxn modelId="{0CEB9F3D-A0DF-4230-B348-D59A1E8E5A32}" type="presParOf" srcId="{ADA0842F-5541-42C3-B429-D8AB53707007}" destId="{483F8EFE-925A-4017-A25A-C64B949EB7DA}" srcOrd="2" destOrd="0" presId="urn:microsoft.com/office/officeart/2005/8/layout/vList3"/>
    <dgm:cxn modelId="{5CCA6C95-A0F7-42C2-963C-97B20FD863C3}" type="presParOf" srcId="{483F8EFE-925A-4017-A25A-C64B949EB7DA}" destId="{38FFF991-9823-41C9-ABC8-5B4B319EEC6A}" srcOrd="0" destOrd="0" presId="urn:microsoft.com/office/officeart/2005/8/layout/vList3"/>
    <dgm:cxn modelId="{B15A8F98-F593-403E-8953-D99DB8C24424}" type="presParOf" srcId="{483F8EFE-925A-4017-A25A-C64B949EB7DA}" destId="{6F00FB26-E10B-4F77-8C8E-AE080AF85371}" srcOrd="1" destOrd="0" presId="urn:microsoft.com/office/officeart/2005/8/layout/vList3"/>
    <dgm:cxn modelId="{40D3DA44-13D4-43EF-8335-4782C1417BC9}" type="presParOf" srcId="{ADA0842F-5541-42C3-B429-D8AB53707007}" destId="{812AAF8C-0951-48F1-B549-012D25D3D652}" srcOrd="3" destOrd="0" presId="urn:microsoft.com/office/officeart/2005/8/layout/vList3"/>
    <dgm:cxn modelId="{D4A02294-6A2E-4A6F-964E-39AEECC97C79}" type="presParOf" srcId="{ADA0842F-5541-42C3-B429-D8AB53707007}" destId="{B4B9C261-F477-40E2-B9D1-3C94AFA5E330}" srcOrd="4" destOrd="0" presId="urn:microsoft.com/office/officeart/2005/8/layout/vList3"/>
    <dgm:cxn modelId="{A98CE8A6-2973-4B0F-8399-AD676CED9BEF}" type="presParOf" srcId="{B4B9C261-F477-40E2-B9D1-3C94AFA5E330}" destId="{A30192F0-C9E8-4352-A424-930824E12F2E}" srcOrd="0" destOrd="0" presId="urn:microsoft.com/office/officeart/2005/8/layout/vList3"/>
    <dgm:cxn modelId="{AC9E0C9C-7391-43F0-96D7-667786A2347B}" type="presParOf" srcId="{B4B9C261-F477-40E2-B9D1-3C94AFA5E330}" destId="{8F4C979B-4425-4DD4-8E9E-BA77CEF562D6}" srcOrd="1" destOrd="0" presId="urn:microsoft.com/office/officeart/2005/8/layout/vList3"/>
    <dgm:cxn modelId="{4A988436-07F4-429A-8DAC-A3B96587D298}" type="presParOf" srcId="{ADA0842F-5541-42C3-B429-D8AB53707007}" destId="{748DC450-4AC0-439D-9BA8-557F5BD96A98}" srcOrd="5" destOrd="0" presId="urn:microsoft.com/office/officeart/2005/8/layout/vList3"/>
    <dgm:cxn modelId="{3B289ECE-581C-4158-80EF-C24578200C83}" type="presParOf" srcId="{ADA0842F-5541-42C3-B429-D8AB53707007}" destId="{2BB0BE14-BAA6-4D13-9DC3-0835B95EE6D8}" srcOrd="6" destOrd="0" presId="urn:microsoft.com/office/officeart/2005/8/layout/vList3"/>
    <dgm:cxn modelId="{AE7EE11F-04B1-4BE0-BB0E-94DEDB2EA63A}" type="presParOf" srcId="{2BB0BE14-BAA6-4D13-9DC3-0835B95EE6D8}" destId="{98917DD4-6E17-43A6-99F5-5129F8614852}" srcOrd="0" destOrd="0" presId="urn:microsoft.com/office/officeart/2005/8/layout/vList3"/>
    <dgm:cxn modelId="{72727E76-BC13-4F8A-8B56-8B558F6B029D}" type="presParOf" srcId="{2BB0BE14-BAA6-4D13-9DC3-0835B95EE6D8}" destId="{D538F858-C70A-469C-A2D7-E179320D463C}" srcOrd="1" destOrd="0" presId="urn:microsoft.com/office/officeart/2005/8/layout/vList3"/>
    <dgm:cxn modelId="{DF99673A-F55D-46F6-9321-AB270253990F}" type="presParOf" srcId="{ADA0842F-5541-42C3-B429-D8AB53707007}" destId="{6EF7600D-6D26-498F-A297-8CB62BC1BD13}" srcOrd="7" destOrd="0" presId="urn:microsoft.com/office/officeart/2005/8/layout/vList3"/>
    <dgm:cxn modelId="{1DB318BD-D8BF-4568-9CC3-A8081A112ACD}" type="presParOf" srcId="{ADA0842F-5541-42C3-B429-D8AB53707007}" destId="{408C4009-5DDD-481E-BD24-7B04602DAEAF}" srcOrd="8" destOrd="0" presId="urn:microsoft.com/office/officeart/2005/8/layout/vList3"/>
    <dgm:cxn modelId="{2EC0B869-69CD-4BF7-905F-559A8646592E}" type="presParOf" srcId="{408C4009-5DDD-481E-BD24-7B04602DAEAF}" destId="{1A7B7191-3064-4EBA-8A97-0B4B7592882E}" srcOrd="0" destOrd="0" presId="urn:microsoft.com/office/officeart/2005/8/layout/vList3"/>
    <dgm:cxn modelId="{B864A464-D1AE-4BD4-9670-6D081F854BE7}" type="presParOf" srcId="{408C4009-5DDD-481E-BD24-7B04602DAEAF}" destId="{26E22601-D0CA-4980-A3EB-6CE6D74F7A9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19B2A0-D9E8-4F48-92BB-C48BC9B452D3}" type="doc">
      <dgm:prSet loTypeId="urn:microsoft.com/office/officeart/2005/8/layout/vList3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pPr rtl="1"/>
          <a:endParaRPr lang="ar-SA"/>
        </a:p>
      </dgm:t>
    </dgm:pt>
    <dgm:pt modelId="{05EAB450-643F-4E1A-AAEE-D5152873898A}">
      <dgm:prSet/>
      <dgm:spPr/>
      <dgm:t>
        <a:bodyPr/>
        <a:lstStyle/>
        <a:p>
          <a:pPr rtl="1"/>
          <a:r>
            <a:rPr lang="ar-SA" b="1" i="0" baseline="0" dirty="0" err="1"/>
            <a:t>In</a:t>
          </a:r>
          <a:r>
            <a:rPr lang="ar-SA" b="1" i="0" baseline="0" dirty="0"/>
            <a:t> </a:t>
          </a:r>
          <a:r>
            <a:rPr lang="ar-SA" b="1" i="0" baseline="0" dirty="0" err="1"/>
            <a:t>this</a:t>
          </a:r>
          <a:r>
            <a:rPr lang="ar-SA" b="1" i="0" baseline="0" dirty="0"/>
            <a:t> </a:t>
          </a:r>
          <a:r>
            <a:rPr lang="ar-SA" b="1" i="0" baseline="0" dirty="0" err="1"/>
            <a:t>part</a:t>
          </a:r>
          <a:r>
            <a:rPr lang="ar-SA" b="1" i="0" baseline="0" dirty="0"/>
            <a:t>, </a:t>
          </a:r>
          <a:r>
            <a:rPr lang="ar-SA" b="1" i="0" baseline="0" dirty="0" err="1"/>
            <a:t>shared</a:t>
          </a:r>
          <a:r>
            <a:rPr lang="ar-SA" b="1" i="0" baseline="0" dirty="0"/>
            <a:t> </a:t>
          </a:r>
          <a:r>
            <a:rPr lang="ar-SA" b="1" i="0" baseline="0" dirty="0" err="1"/>
            <a:t>memory</a:t>
          </a:r>
          <a:r>
            <a:rPr lang="ar-SA" b="1" i="0" baseline="0" dirty="0"/>
            <a:t> </a:t>
          </a:r>
          <a:r>
            <a:rPr lang="ar-SA" b="1" i="0" baseline="0" dirty="0" err="1"/>
            <a:t>is</a:t>
          </a:r>
          <a:r>
            <a:rPr lang="ar-SA" b="1" i="0" baseline="0" dirty="0"/>
            <a:t> </a:t>
          </a:r>
          <a:r>
            <a:rPr lang="ar-SA" b="1" i="0" baseline="0" dirty="0" err="1"/>
            <a:t>used</a:t>
          </a:r>
          <a:r>
            <a:rPr lang="ar-SA" b="1" i="0" baseline="0" dirty="0"/>
            <a:t> </a:t>
          </a:r>
          <a:r>
            <a:rPr lang="ar-SA" b="1" i="0" baseline="0" dirty="0" err="1"/>
            <a:t>to</a:t>
          </a:r>
          <a:r>
            <a:rPr lang="ar-SA" b="1" i="0" baseline="0" dirty="0"/>
            <a:t> </a:t>
          </a:r>
          <a:r>
            <a:rPr lang="ar-SA" b="1" i="0" baseline="0" dirty="0" err="1"/>
            <a:t>allow</a:t>
          </a:r>
          <a:r>
            <a:rPr lang="ar-SA" b="1" i="0" baseline="0" dirty="0"/>
            <a:t> </a:t>
          </a:r>
          <a:r>
            <a:rPr lang="ar-SA" b="1" i="0" baseline="0" dirty="0" err="1"/>
            <a:t>different</a:t>
          </a:r>
          <a:r>
            <a:rPr lang="ar-SA" b="1" i="0" baseline="0" dirty="0"/>
            <a:t> </a:t>
          </a:r>
          <a:r>
            <a:rPr lang="ar-SA" b="1" i="0" baseline="0" dirty="0" err="1"/>
            <a:t>processes</a:t>
          </a:r>
          <a:r>
            <a:rPr lang="ar-SA" b="1" i="0" baseline="0" dirty="0"/>
            <a:t> </a:t>
          </a:r>
          <a:r>
            <a:rPr lang="ar-SA" b="1" i="0" baseline="0" dirty="0" err="1"/>
            <a:t>to</a:t>
          </a:r>
          <a:r>
            <a:rPr lang="ar-SA" b="1" i="0" baseline="0" dirty="0"/>
            <a:t> </a:t>
          </a:r>
          <a:r>
            <a:rPr lang="ar-SA" b="1" i="0" baseline="0" dirty="0" err="1"/>
            <a:t>exchange</a:t>
          </a:r>
          <a:r>
            <a:rPr lang="ar-SA" b="1" i="0" baseline="0" dirty="0"/>
            <a:t> </a:t>
          </a:r>
          <a:r>
            <a:rPr lang="ar-SA" b="1" i="0" baseline="0" dirty="0" err="1"/>
            <a:t>data</a:t>
          </a:r>
          <a:r>
            <a:rPr lang="ar-SA" b="1" i="0" baseline="0" dirty="0"/>
            <a:t> </a:t>
          </a:r>
          <a:r>
            <a:rPr lang="ar-SA" b="1" i="0" baseline="0" dirty="0" err="1"/>
            <a:t>on</a:t>
          </a:r>
          <a:r>
            <a:rPr lang="ar-SA" b="1" i="0" baseline="0" dirty="0"/>
            <a:t> </a:t>
          </a:r>
          <a:r>
            <a:rPr lang="ar-SA" b="1" i="0" baseline="0" dirty="0" err="1"/>
            <a:t>the</a:t>
          </a:r>
          <a:r>
            <a:rPr lang="ar-SA" b="1" i="0" baseline="0" dirty="0"/>
            <a:t> </a:t>
          </a:r>
          <a:r>
            <a:rPr lang="ar-SA" b="1" i="0" baseline="0" dirty="0" err="1"/>
            <a:t>same</a:t>
          </a:r>
          <a:r>
            <a:rPr lang="ar-SA" b="1" i="0" baseline="0" dirty="0"/>
            <a:t> </a:t>
          </a:r>
          <a:r>
            <a:rPr lang="ar-SA" b="1" i="0" baseline="0" dirty="0" err="1"/>
            <a:t>machine</a:t>
          </a:r>
          <a:r>
            <a:rPr lang="ar-SA" b="1" i="0" baseline="0" dirty="0"/>
            <a:t>.</a:t>
          </a:r>
          <a:endParaRPr lang="ar-SA" b="1" dirty="0"/>
        </a:p>
      </dgm:t>
    </dgm:pt>
    <dgm:pt modelId="{A29D8F75-EEF5-4599-AEDF-031834CCD637}" type="parTrans" cxnId="{C9BC1104-3B3F-492C-A278-99D057CEAD70}">
      <dgm:prSet/>
      <dgm:spPr/>
      <dgm:t>
        <a:bodyPr/>
        <a:lstStyle/>
        <a:p>
          <a:pPr rtl="1"/>
          <a:endParaRPr lang="ar-SA"/>
        </a:p>
      </dgm:t>
    </dgm:pt>
    <dgm:pt modelId="{DA035D5A-347F-4E49-B332-9766B8193037}" type="sibTrans" cxnId="{C9BC1104-3B3F-492C-A278-99D057CEAD70}">
      <dgm:prSet/>
      <dgm:spPr/>
      <dgm:t>
        <a:bodyPr/>
        <a:lstStyle/>
        <a:p>
          <a:pPr rtl="1"/>
          <a:endParaRPr lang="ar-SA"/>
        </a:p>
      </dgm:t>
    </dgm:pt>
    <dgm:pt modelId="{E07A9799-CB50-462A-869E-19358B08F0F9}">
      <dgm:prSet/>
      <dgm:spPr/>
      <dgm:t>
        <a:bodyPr/>
        <a:lstStyle/>
        <a:p>
          <a:pPr rtl="1"/>
          <a:r>
            <a:rPr lang="ar-SA" b="1" i="0" baseline="0" dirty="0" err="1"/>
            <a:t>All</a:t>
          </a:r>
          <a:r>
            <a:rPr lang="ar-SA" b="1" i="0" baseline="0" dirty="0"/>
            <a:t> </a:t>
          </a:r>
          <a:r>
            <a:rPr lang="ar-SA" b="1" i="0" baseline="0" dirty="0" err="1"/>
            <a:t>processes</a:t>
          </a:r>
          <a:r>
            <a:rPr lang="ar-SA" b="1" i="0" baseline="0" dirty="0"/>
            <a:t> </a:t>
          </a:r>
          <a:r>
            <a:rPr lang="ar-SA" b="1" i="0" baseline="0" dirty="0" err="1"/>
            <a:t>access</a:t>
          </a:r>
          <a:r>
            <a:rPr lang="ar-SA" b="1" i="0" baseline="0" dirty="0"/>
            <a:t> a </a:t>
          </a:r>
          <a:r>
            <a:rPr lang="ar-SA" b="1" i="0" baseline="0" dirty="0" err="1"/>
            <a:t>common</a:t>
          </a:r>
          <a:r>
            <a:rPr lang="ar-SA" b="1" i="0" baseline="0" dirty="0"/>
            <a:t> </a:t>
          </a:r>
          <a:r>
            <a:rPr lang="ar-SA" b="1" i="0" baseline="0" dirty="0" err="1"/>
            <a:t>memory</a:t>
          </a:r>
          <a:r>
            <a:rPr lang="ar-SA" b="1" i="0" baseline="0" dirty="0"/>
            <a:t> </a:t>
          </a:r>
          <a:r>
            <a:rPr lang="ar-SA" b="1" i="0" baseline="0" dirty="0" err="1"/>
            <a:t>space</a:t>
          </a:r>
          <a:r>
            <a:rPr lang="ar-SA" b="1" i="0" baseline="0" dirty="0"/>
            <a:t> </a:t>
          </a:r>
          <a:r>
            <a:rPr lang="ar-SA" b="1" i="0" baseline="0" dirty="0" err="1"/>
            <a:t>to</a:t>
          </a:r>
          <a:r>
            <a:rPr lang="ar-SA" b="1" i="0" baseline="0" dirty="0"/>
            <a:t> </a:t>
          </a:r>
          <a:r>
            <a:rPr lang="ar-SA" b="1" i="0" baseline="0" dirty="0" err="1"/>
            <a:t>read</a:t>
          </a:r>
          <a:r>
            <a:rPr lang="ar-SA" b="1" i="0" baseline="0" dirty="0"/>
            <a:t> </a:t>
          </a:r>
          <a:r>
            <a:rPr lang="ar-SA" b="1" i="0" baseline="0" dirty="0" err="1"/>
            <a:t>and</a:t>
          </a:r>
          <a:r>
            <a:rPr lang="ar-SA" b="1" i="0" baseline="0" dirty="0"/>
            <a:t> </a:t>
          </a:r>
          <a:r>
            <a:rPr lang="ar-SA" b="1" i="0" baseline="0" dirty="0" err="1"/>
            <a:t>write</a:t>
          </a:r>
          <a:r>
            <a:rPr lang="ar-SA" b="1" i="0" baseline="0" dirty="0"/>
            <a:t> </a:t>
          </a:r>
          <a:r>
            <a:rPr lang="ar-SA" b="1" i="0" baseline="0" dirty="0" err="1"/>
            <a:t>messages</a:t>
          </a:r>
          <a:r>
            <a:rPr lang="ar-SA" b="1" i="0" baseline="0" dirty="0"/>
            <a:t>.</a:t>
          </a:r>
          <a:endParaRPr lang="ar-SA" b="1" dirty="0"/>
        </a:p>
      </dgm:t>
    </dgm:pt>
    <dgm:pt modelId="{80BECC50-17BA-4747-9F98-7AAF08FFCB96}" type="parTrans" cxnId="{40D8E83A-7486-4289-A040-8DF7868C3503}">
      <dgm:prSet/>
      <dgm:spPr/>
      <dgm:t>
        <a:bodyPr/>
        <a:lstStyle/>
        <a:p>
          <a:pPr rtl="1"/>
          <a:endParaRPr lang="ar-SA"/>
        </a:p>
      </dgm:t>
    </dgm:pt>
    <dgm:pt modelId="{6C594AC9-6C2D-4BC5-A24B-D34A317CA288}" type="sibTrans" cxnId="{40D8E83A-7486-4289-A040-8DF7868C3503}">
      <dgm:prSet/>
      <dgm:spPr/>
      <dgm:t>
        <a:bodyPr/>
        <a:lstStyle/>
        <a:p>
          <a:pPr rtl="1"/>
          <a:endParaRPr lang="ar-SA"/>
        </a:p>
      </dgm:t>
    </dgm:pt>
    <dgm:pt modelId="{E0A2E47C-3739-4E04-BEA6-719405597E41}">
      <dgm:prSet/>
      <dgm:spPr/>
      <dgm:t>
        <a:bodyPr/>
        <a:lstStyle/>
        <a:p>
          <a:pPr rtl="1"/>
          <a:r>
            <a:rPr lang="ar-SA" b="1" i="0" baseline="0" dirty="0" err="1"/>
            <a:t>Synchronization</a:t>
          </a:r>
          <a:r>
            <a:rPr lang="ar-SA" b="1" i="0" baseline="0" dirty="0"/>
            <a:t> </a:t>
          </a:r>
          <a:r>
            <a:rPr lang="ar-SA" b="1" i="0" baseline="0" dirty="0" err="1"/>
            <a:t>techniques</a:t>
          </a:r>
          <a:r>
            <a:rPr lang="ar-SA" b="1" i="0" baseline="0" dirty="0"/>
            <a:t> </a:t>
          </a:r>
          <a:r>
            <a:rPr lang="ar-SA" b="1" i="0" baseline="0" dirty="0" err="1"/>
            <a:t>are</a:t>
          </a:r>
          <a:r>
            <a:rPr lang="ar-SA" b="1" i="0" baseline="0" dirty="0"/>
            <a:t> </a:t>
          </a:r>
          <a:r>
            <a:rPr lang="ar-SA" b="1" i="0" baseline="0" dirty="0" err="1"/>
            <a:t>used</a:t>
          </a:r>
          <a:r>
            <a:rPr lang="ar-SA" b="1" i="0" baseline="0" dirty="0"/>
            <a:t> </a:t>
          </a:r>
          <a:r>
            <a:rPr lang="ar-SA" b="1" i="0" baseline="0" dirty="0" err="1"/>
            <a:t>to</a:t>
          </a:r>
          <a:r>
            <a:rPr lang="ar-SA" b="1" i="0" baseline="0" dirty="0"/>
            <a:t> </a:t>
          </a:r>
          <a:r>
            <a:rPr lang="ar-SA" b="1" i="0" baseline="0" dirty="0" err="1"/>
            <a:t>control</a:t>
          </a:r>
          <a:r>
            <a:rPr lang="ar-SA" b="1" i="0" baseline="0" dirty="0"/>
            <a:t> </a:t>
          </a:r>
          <a:r>
            <a:rPr lang="ar-SA" b="1" i="0" baseline="0" dirty="0" err="1"/>
            <a:t>access</a:t>
          </a:r>
          <a:r>
            <a:rPr lang="ar-SA" b="1" i="0" baseline="0" dirty="0"/>
            <a:t> </a:t>
          </a:r>
          <a:r>
            <a:rPr lang="ar-SA" b="1" i="0" baseline="0" dirty="0" err="1"/>
            <a:t>to</a:t>
          </a:r>
          <a:r>
            <a:rPr lang="ar-SA" b="1" i="0" baseline="0" dirty="0"/>
            <a:t> </a:t>
          </a:r>
          <a:r>
            <a:rPr lang="ar-SA" b="1" i="0" baseline="0" dirty="0" err="1"/>
            <a:t>the</a:t>
          </a:r>
          <a:r>
            <a:rPr lang="ar-SA" b="1" i="0" baseline="0" dirty="0"/>
            <a:t> </a:t>
          </a:r>
          <a:r>
            <a:rPr lang="ar-SA" b="1" i="0" baseline="0" dirty="0" err="1"/>
            <a:t>shared</a:t>
          </a:r>
          <a:r>
            <a:rPr lang="ar-SA" b="1" i="0" baseline="0" dirty="0"/>
            <a:t> </a:t>
          </a:r>
          <a:r>
            <a:rPr lang="ar-SA" b="1" i="0" baseline="0" dirty="0" err="1"/>
            <a:t>memory</a:t>
          </a:r>
          <a:r>
            <a:rPr lang="ar-SA" b="1" i="0" baseline="0" dirty="0"/>
            <a:t>.</a:t>
          </a:r>
          <a:endParaRPr lang="ar-SA" b="1" dirty="0"/>
        </a:p>
      </dgm:t>
    </dgm:pt>
    <dgm:pt modelId="{1395E2BC-1C58-49FD-9DE0-63523390496A}" type="parTrans" cxnId="{1C1E96D9-63A7-40CA-A270-B7EEF7ED5344}">
      <dgm:prSet/>
      <dgm:spPr/>
      <dgm:t>
        <a:bodyPr/>
        <a:lstStyle/>
        <a:p>
          <a:pPr rtl="1"/>
          <a:endParaRPr lang="ar-SA"/>
        </a:p>
      </dgm:t>
    </dgm:pt>
    <dgm:pt modelId="{C927989D-FF5B-40EE-B0B9-0223FA848B6A}" type="sibTrans" cxnId="{1C1E96D9-63A7-40CA-A270-B7EEF7ED5344}">
      <dgm:prSet/>
      <dgm:spPr/>
      <dgm:t>
        <a:bodyPr/>
        <a:lstStyle/>
        <a:p>
          <a:pPr rtl="1"/>
          <a:endParaRPr lang="ar-SA"/>
        </a:p>
      </dgm:t>
    </dgm:pt>
    <dgm:pt modelId="{AD0C7F38-955D-44A7-8E7F-C96B1B227EE8}">
      <dgm:prSet/>
      <dgm:spPr/>
      <dgm:t>
        <a:bodyPr/>
        <a:lstStyle/>
        <a:p>
          <a:pPr rtl="1"/>
          <a:r>
            <a:rPr lang="ar-SA" b="1" i="0" baseline="0" dirty="0" err="1"/>
            <a:t>Semaphores</a:t>
          </a:r>
          <a:r>
            <a:rPr lang="ar-SA" b="1" i="0" baseline="0" dirty="0"/>
            <a:t> </a:t>
          </a:r>
          <a:r>
            <a:rPr lang="ar-SA" b="1" i="0" baseline="0" dirty="0" err="1"/>
            <a:t>help</a:t>
          </a:r>
          <a:r>
            <a:rPr lang="ar-SA" b="1" i="0" baseline="0" dirty="0"/>
            <a:t> </a:t>
          </a:r>
          <a:r>
            <a:rPr lang="ar-SA" b="1" i="0" baseline="0" dirty="0" err="1"/>
            <a:t>prevent</a:t>
          </a:r>
          <a:r>
            <a:rPr lang="ar-SA" b="1" i="0" baseline="0" dirty="0"/>
            <a:t> </a:t>
          </a:r>
          <a:r>
            <a:rPr lang="ar-SA" b="1" i="0" baseline="0" dirty="0" err="1"/>
            <a:t>conflicts</a:t>
          </a:r>
          <a:r>
            <a:rPr lang="ar-SA" b="1" i="0" baseline="0" dirty="0"/>
            <a:t> </a:t>
          </a:r>
          <a:r>
            <a:rPr lang="ar-SA" b="1" i="0" baseline="0" dirty="0" err="1"/>
            <a:t>when</a:t>
          </a:r>
          <a:r>
            <a:rPr lang="ar-SA" b="1" i="0" baseline="0" dirty="0"/>
            <a:t> </a:t>
          </a:r>
          <a:r>
            <a:rPr lang="ar-SA" b="1" i="0" baseline="0" dirty="0" err="1"/>
            <a:t>multiple</a:t>
          </a:r>
          <a:r>
            <a:rPr lang="ar-SA" b="1" i="0" baseline="0" dirty="0"/>
            <a:t> </a:t>
          </a:r>
          <a:r>
            <a:rPr lang="ar-SA" b="1" i="0" baseline="0" dirty="0" err="1"/>
            <a:t>processes</a:t>
          </a:r>
          <a:r>
            <a:rPr lang="ar-SA" b="1" i="0" baseline="0" dirty="0"/>
            <a:t> </a:t>
          </a:r>
          <a:r>
            <a:rPr lang="ar-SA" b="1" i="0" baseline="0" dirty="0" err="1"/>
            <a:t>try</a:t>
          </a:r>
          <a:r>
            <a:rPr lang="ar-SA" b="1" i="0" baseline="0" dirty="0"/>
            <a:t> </a:t>
          </a:r>
          <a:r>
            <a:rPr lang="ar-SA" b="1" i="0" baseline="0" dirty="0" err="1"/>
            <a:t>to</a:t>
          </a:r>
          <a:r>
            <a:rPr lang="ar-SA" b="1" i="0" baseline="0" dirty="0"/>
            <a:t> </a:t>
          </a:r>
          <a:r>
            <a:rPr lang="ar-SA" b="1" i="0" baseline="0" dirty="0" err="1"/>
            <a:t>access</a:t>
          </a:r>
          <a:r>
            <a:rPr lang="ar-SA" b="1" i="0" baseline="0" dirty="0"/>
            <a:t> </a:t>
          </a:r>
          <a:r>
            <a:rPr lang="ar-SA" b="1" i="0" baseline="0" dirty="0" err="1"/>
            <a:t>the</a:t>
          </a:r>
          <a:r>
            <a:rPr lang="ar-SA" b="1" i="0" baseline="0" dirty="0"/>
            <a:t> </a:t>
          </a:r>
          <a:r>
            <a:rPr lang="ar-SA" b="1" i="0" baseline="0" dirty="0" err="1"/>
            <a:t>memory</a:t>
          </a:r>
          <a:r>
            <a:rPr lang="ar-SA" b="1" i="0" baseline="0" dirty="0"/>
            <a:t> </a:t>
          </a:r>
          <a:r>
            <a:rPr lang="ar-SA" b="1" i="0" baseline="0" dirty="0" err="1"/>
            <a:t>at</a:t>
          </a:r>
          <a:r>
            <a:rPr lang="ar-SA" b="1" i="0" baseline="0" dirty="0"/>
            <a:t> </a:t>
          </a:r>
          <a:r>
            <a:rPr lang="ar-SA" b="1" i="0" baseline="0" dirty="0" err="1"/>
            <a:t>the</a:t>
          </a:r>
          <a:r>
            <a:rPr lang="ar-SA" b="1" i="0" baseline="0" dirty="0"/>
            <a:t> </a:t>
          </a:r>
          <a:r>
            <a:rPr lang="ar-SA" b="1" i="0" baseline="0" dirty="0" err="1"/>
            <a:t>same</a:t>
          </a:r>
          <a:r>
            <a:rPr lang="ar-SA" b="1" i="0" baseline="0" dirty="0"/>
            <a:t> </a:t>
          </a:r>
          <a:r>
            <a:rPr lang="ar-SA" b="1" i="0" baseline="0" dirty="0" err="1"/>
            <a:t>time</a:t>
          </a:r>
          <a:r>
            <a:rPr lang="ar-SA" b="1" i="0" baseline="0" dirty="0"/>
            <a:t>.</a:t>
          </a:r>
          <a:endParaRPr lang="ar-SA" b="1" dirty="0"/>
        </a:p>
      </dgm:t>
    </dgm:pt>
    <dgm:pt modelId="{E1C74E44-8504-4AD2-A812-789E6FAA079B}" type="parTrans" cxnId="{EAC6AE00-B7AD-4A1E-A8B8-E413EB0DA7B6}">
      <dgm:prSet/>
      <dgm:spPr/>
      <dgm:t>
        <a:bodyPr/>
        <a:lstStyle/>
        <a:p>
          <a:pPr rtl="1"/>
          <a:endParaRPr lang="ar-SA"/>
        </a:p>
      </dgm:t>
    </dgm:pt>
    <dgm:pt modelId="{56139724-BAE4-4777-BA23-E0837AA1BE13}" type="sibTrans" cxnId="{EAC6AE00-B7AD-4A1E-A8B8-E413EB0DA7B6}">
      <dgm:prSet/>
      <dgm:spPr/>
      <dgm:t>
        <a:bodyPr/>
        <a:lstStyle/>
        <a:p>
          <a:pPr rtl="1"/>
          <a:endParaRPr lang="ar-SA"/>
        </a:p>
      </dgm:t>
    </dgm:pt>
    <dgm:pt modelId="{68A114E9-26AD-4E8C-A00D-69303FEF2850}">
      <dgm:prSet/>
      <dgm:spPr/>
      <dgm:t>
        <a:bodyPr/>
        <a:lstStyle/>
        <a:p>
          <a:pPr rtl="1"/>
          <a:r>
            <a:rPr lang="ar-SA" b="1" i="0" baseline="0" dirty="0" err="1"/>
            <a:t>This</a:t>
          </a:r>
          <a:r>
            <a:rPr lang="ar-SA" b="1" i="0" baseline="0" dirty="0"/>
            <a:t> </a:t>
          </a:r>
          <a:r>
            <a:rPr lang="ar-SA" b="1" i="0" baseline="0" dirty="0" err="1"/>
            <a:t>method</a:t>
          </a:r>
          <a:r>
            <a:rPr lang="ar-SA" b="1" i="0" baseline="0" dirty="0"/>
            <a:t> </a:t>
          </a:r>
          <a:r>
            <a:rPr lang="ar-SA" b="1" i="0" baseline="0" dirty="0" err="1"/>
            <a:t>provides</a:t>
          </a:r>
          <a:r>
            <a:rPr lang="ar-SA" b="1" i="0" baseline="0" dirty="0"/>
            <a:t> </a:t>
          </a:r>
          <a:r>
            <a:rPr lang="ar-SA" b="1" i="0" baseline="0" dirty="0" err="1"/>
            <a:t>fast</a:t>
          </a:r>
          <a:r>
            <a:rPr lang="ar-SA" b="1" i="0" baseline="0" dirty="0"/>
            <a:t> </a:t>
          </a:r>
          <a:r>
            <a:rPr lang="ar-SA" b="1" i="0" baseline="0" dirty="0" err="1"/>
            <a:t>and</a:t>
          </a:r>
          <a:r>
            <a:rPr lang="ar-SA" b="1" i="0" baseline="0" dirty="0"/>
            <a:t> </a:t>
          </a:r>
          <a:r>
            <a:rPr lang="ar-SA" b="1" i="0" baseline="0" dirty="0" err="1"/>
            <a:t>efficient</a:t>
          </a:r>
          <a:r>
            <a:rPr lang="ar-SA" b="1" i="0" baseline="0" dirty="0"/>
            <a:t> </a:t>
          </a:r>
          <a:r>
            <a:rPr lang="ar-SA" b="1" i="0" baseline="0" dirty="0" err="1"/>
            <a:t>communication</a:t>
          </a:r>
          <a:r>
            <a:rPr lang="ar-SA" b="1" i="0" baseline="0" dirty="0"/>
            <a:t> </a:t>
          </a:r>
          <a:r>
            <a:rPr lang="ar-SA" b="1" i="0" baseline="0" dirty="0" err="1"/>
            <a:t>between</a:t>
          </a:r>
          <a:r>
            <a:rPr lang="ar-SA" b="1" i="0" baseline="0" dirty="0"/>
            <a:t> </a:t>
          </a:r>
          <a:r>
            <a:rPr lang="ar-SA" b="1" i="0" baseline="0" dirty="0" err="1"/>
            <a:t>processes</a:t>
          </a:r>
          <a:r>
            <a:rPr lang="ar-SA" b="1" i="0" baseline="0" dirty="0"/>
            <a:t>.</a:t>
          </a:r>
          <a:endParaRPr lang="ar-SA" b="1" dirty="0"/>
        </a:p>
      </dgm:t>
    </dgm:pt>
    <dgm:pt modelId="{367E2F78-5C44-4C7D-97A0-DC3C2022D59A}" type="parTrans" cxnId="{FE15D057-FDEB-47C8-92C4-922E1ED99D26}">
      <dgm:prSet/>
      <dgm:spPr/>
      <dgm:t>
        <a:bodyPr/>
        <a:lstStyle/>
        <a:p>
          <a:pPr rtl="1"/>
          <a:endParaRPr lang="ar-SA"/>
        </a:p>
      </dgm:t>
    </dgm:pt>
    <dgm:pt modelId="{FE974AAF-AB36-4D72-B7A8-353443D57214}" type="sibTrans" cxnId="{FE15D057-FDEB-47C8-92C4-922E1ED99D26}">
      <dgm:prSet/>
      <dgm:spPr/>
      <dgm:t>
        <a:bodyPr/>
        <a:lstStyle/>
        <a:p>
          <a:pPr rtl="1"/>
          <a:endParaRPr lang="ar-SA"/>
        </a:p>
      </dgm:t>
    </dgm:pt>
    <dgm:pt modelId="{11E56CF3-5881-4798-B0E8-5C1C72543BE5}" type="pres">
      <dgm:prSet presAssocID="{AB19B2A0-D9E8-4F48-92BB-C48BC9B452D3}" presName="linearFlow" presStyleCnt="0">
        <dgm:presLayoutVars>
          <dgm:dir/>
          <dgm:resizeHandles val="exact"/>
        </dgm:presLayoutVars>
      </dgm:prSet>
      <dgm:spPr/>
    </dgm:pt>
    <dgm:pt modelId="{E1EA3039-989F-4EEF-9054-76BBF8C63C7B}" type="pres">
      <dgm:prSet presAssocID="{05EAB450-643F-4E1A-AAEE-D5152873898A}" presName="composite" presStyleCnt="0"/>
      <dgm:spPr/>
    </dgm:pt>
    <dgm:pt modelId="{3F792122-A8D5-43D7-BA14-46D4EE93DEDD}" type="pres">
      <dgm:prSet presAssocID="{05EAB450-643F-4E1A-AAEE-D5152873898A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3134F4AA-3D49-4AA1-BD69-F69ECF539524}" type="pres">
      <dgm:prSet presAssocID="{05EAB450-643F-4E1A-AAEE-D5152873898A}" presName="txShp" presStyleLbl="node1" presStyleIdx="0" presStyleCnt="5">
        <dgm:presLayoutVars>
          <dgm:bulletEnabled val="1"/>
        </dgm:presLayoutVars>
      </dgm:prSet>
      <dgm:spPr/>
    </dgm:pt>
    <dgm:pt modelId="{42DDFBB7-F03C-44C9-A67D-52E32C94E360}" type="pres">
      <dgm:prSet presAssocID="{DA035D5A-347F-4E49-B332-9766B8193037}" presName="spacing" presStyleCnt="0"/>
      <dgm:spPr/>
    </dgm:pt>
    <dgm:pt modelId="{7014C1BD-3852-49D5-9321-E34685CC9AD7}" type="pres">
      <dgm:prSet presAssocID="{E07A9799-CB50-462A-869E-19358B08F0F9}" presName="composite" presStyleCnt="0"/>
      <dgm:spPr/>
    </dgm:pt>
    <dgm:pt modelId="{4E433FBC-5B37-4713-AEAE-FA3ED1A5BB50}" type="pres">
      <dgm:prSet presAssocID="{E07A9799-CB50-462A-869E-19358B08F0F9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4CA287AA-83F5-4308-89C6-FCDD576706EF}" type="pres">
      <dgm:prSet presAssocID="{E07A9799-CB50-462A-869E-19358B08F0F9}" presName="txShp" presStyleLbl="node1" presStyleIdx="1" presStyleCnt="5">
        <dgm:presLayoutVars>
          <dgm:bulletEnabled val="1"/>
        </dgm:presLayoutVars>
      </dgm:prSet>
      <dgm:spPr/>
    </dgm:pt>
    <dgm:pt modelId="{A09D66CF-E6A1-4AF4-AE0B-281A06EAD9BA}" type="pres">
      <dgm:prSet presAssocID="{6C594AC9-6C2D-4BC5-A24B-D34A317CA288}" presName="spacing" presStyleCnt="0"/>
      <dgm:spPr/>
    </dgm:pt>
    <dgm:pt modelId="{BF729358-577F-43D7-ADB1-6429BB31E80C}" type="pres">
      <dgm:prSet presAssocID="{E0A2E47C-3739-4E04-BEA6-719405597E41}" presName="composite" presStyleCnt="0"/>
      <dgm:spPr/>
    </dgm:pt>
    <dgm:pt modelId="{C4A6A92C-0CF1-4643-9329-466079AAB340}" type="pres">
      <dgm:prSet presAssocID="{E0A2E47C-3739-4E04-BEA6-719405597E41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97FF3739-BFE3-4C45-82AD-AA86F6C1955B}" type="pres">
      <dgm:prSet presAssocID="{E0A2E47C-3739-4E04-BEA6-719405597E41}" presName="txShp" presStyleLbl="node1" presStyleIdx="2" presStyleCnt="5">
        <dgm:presLayoutVars>
          <dgm:bulletEnabled val="1"/>
        </dgm:presLayoutVars>
      </dgm:prSet>
      <dgm:spPr/>
    </dgm:pt>
    <dgm:pt modelId="{D457CDBB-C69F-43E1-A029-58DB9F941A67}" type="pres">
      <dgm:prSet presAssocID="{C927989D-FF5B-40EE-B0B9-0223FA848B6A}" presName="spacing" presStyleCnt="0"/>
      <dgm:spPr/>
    </dgm:pt>
    <dgm:pt modelId="{2E1C4664-30FF-41D3-B146-8B1492FEACC2}" type="pres">
      <dgm:prSet presAssocID="{AD0C7F38-955D-44A7-8E7F-C96B1B227EE8}" presName="composite" presStyleCnt="0"/>
      <dgm:spPr/>
    </dgm:pt>
    <dgm:pt modelId="{E579CC3C-6FE7-4FB5-8A1A-2B8CCEC994B0}" type="pres">
      <dgm:prSet presAssocID="{AD0C7F38-955D-44A7-8E7F-C96B1B227EE8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4 with solid fill"/>
        </a:ext>
      </dgm:extLst>
    </dgm:pt>
    <dgm:pt modelId="{CF9FED91-B995-45D0-83B6-0075B541A2A5}" type="pres">
      <dgm:prSet presAssocID="{AD0C7F38-955D-44A7-8E7F-C96B1B227EE8}" presName="txShp" presStyleLbl="node1" presStyleIdx="3" presStyleCnt="5">
        <dgm:presLayoutVars>
          <dgm:bulletEnabled val="1"/>
        </dgm:presLayoutVars>
      </dgm:prSet>
      <dgm:spPr/>
    </dgm:pt>
    <dgm:pt modelId="{3206D3AF-BEAF-48BE-8FAE-3D63B4FF6549}" type="pres">
      <dgm:prSet presAssocID="{56139724-BAE4-4777-BA23-E0837AA1BE13}" presName="spacing" presStyleCnt="0"/>
      <dgm:spPr/>
    </dgm:pt>
    <dgm:pt modelId="{2E3E62A9-5DF2-4508-B232-B0177D2EE859}" type="pres">
      <dgm:prSet presAssocID="{68A114E9-26AD-4E8C-A00D-69303FEF2850}" presName="composite" presStyleCnt="0"/>
      <dgm:spPr/>
    </dgm:pt>
    <dgm:pt modelId="{98EF3A8D-80C7-498B-9734-A8AA127FB1BD}" type="pres">
      <dgm:prSet presAssocID="{68A114E9-26AD-4E8C-A00D-69303FEF2850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5 with solid fill"/>
        </a:ext>
      </dgm:extLst>
    </dgm:pt>
    <dgm:pt modelId="{24DC28B3-E3DB-4230-B148-87D532452729}" type="pres">
      <dgm:prSet presAssocID="{68A114E9-26AD-4E8C-A00D-69303FEF2850}" presName="txShp" presStyleLbl="node1" presStyleIdx="4" presStyleCnt="5" custLinFactNeighborX="134">
        <dgm:presLayoutVars>
          <dgm:bulletEnabled val="1"/>
        </dgm:presLayoutVars>
      </dgm:prSet>
      <dgm:spPr/>
    </dgm:pt>
  </dgm:ptLst>
  <dgm:cxnLst>
    <dgm:cxn modelId="{EAC6AE00-B7AD-4A1E-A8B8-E413EB0DA7B6}" srcId="{AB19B2A0-D9E8-4F48-92BB-C48BC9B452D3}" destId="{AD0C7F38-955D-44A7-8E7F-C96B1B227EE8}" srcOrd="3" destOrd="0" parTransId="{E1C74E44-8504-4AD2-A812-789E6FAA079B}" sibTransId="{56139724-BAE4-4777-BA23-E0837AA1BE13}"/>
    <dgm:cxn modelId="{C9BC1104-3B3F-492C-A278-99D057CEAD70}" srcId="{AB19B2A0-D9E8-4F48-92BB-C48BC9B452D3}" destId="{05EAB450-643F-4E1A-AAEE-D5152873898A}" srcOrd="0" destOrd="0" parTransId="{A29D8F75-EEF5-4599-AEDF-031834CCD637}" sibTransId="{DA035D5A-347F-4E49-B332-9766B8193037}"/>
    <dgm:cxn modelId="{40D8E83A-7486-4289-A040-8DF7868C3503}" srcId="{AB19B2A0-D9E8-4F48-92BB-C48BC9B452D3}" destId="{E07A9799-CB50-462A-869E-19358B08F0F9}" srcOrd="1" destOrd="0" parTransId="{80BECC50-17BA-4747-9F98-7AAF08FFCB96}" sibTransId="{6C594AC9-6C2D-4BC5-A24B-D34A317CA288}"/>
    <dgm:cxn modelId="{A45BB85B-F745-4139-82AD-24D584E31F38}" type="presOf" srcId="{AD0C7F38-955D-44A7-8E7F-C96B1B227EE8}" destId="{CF9FED91-B995-45D0-83B6-0075B541A2A5}" srcOrd="0" destOrd="0" presId="urn:microsoft.com/office/officeart/2005/8/layout/vList3"/>
    <dgm:cxn modelId="{61B4AD5C-578F-47F0-A0CF-D244752F067D}" type="presOf" srcId="{AB19B2A0-D9E8-4F48-92BB-C48BC9B452D3}" destId="{11E56CF3-5881-4798-B0E8-5C1C72543BE5}" srcOrd="0" destOrd="0" presId="urn:microsoft.com/office/officeart/2005/8/layout/vList3"/>
    <dgm:cxn modelId="{FE15D057-FDEB-47C8-92C4-922E1ED99D26}" srcId="{AB19B2A0-D9E8-4F48-92BB-C48BC9B452D3}" destId="{68A114E9-26AD-4E8C-A00D-69303FEF2850}" srcOrd="4" destOrd="0" parTransId="{367E2F78-5C44-4C7D-97A0-DC3C2022D59A}" sibTransId="{FE974AAF-AB36-4D72-B7A8-353443D57214}"/>
    <dgm:cxn modelId="{CBC1BC8F-A385-411F-98CB-5F37707FFE47}" type="presOf" srcId="{68A114E9-26AD-4E8C-A00D-69303FEF2850}" destId="{24DC28B3-E3DB-4230-B148-87D532452729}" srcOrd="0" destOrd="0" presId="urn:microsoft.com/office/officeart/2005/8/layout/vList3"/>
    <dgm:cxn modelId="{93CBE7CC-C3A4-41FD-818D-0D2C17E1F629}" type="presOf" srcId="{E0A2E47C-3739-4E04-BEA6-719405597E41}" destId="{97FF3739-BFE3-4C45-82AD-AA86F6C1955B}" srcOrd="0" destOrd="0" presId="urn:microsoft.com/office/officeart/2005/8/layout/vList3"/>
    <dgm:cxn modelId="{1C1E96D9-63A7-40CA-A270-B7EEF7ED5344}" srcId="{AB19B2A0-D9E8-4F48-92BB-C48BC9B452D3}" destId="{E0A2E47C-3739-4E04-BEA6-719405597E41}" srcOrd="2" destOrd="0" parTransId="{1395E2BC-1C58-49FD-9DE0-63523390496A}" sibTransId="{C927989D-FF5B-40EE-B0B9-0223FA848B6A}"/>
    <dgm:cxn modelId="{323417F0-2744-4AE6-AD98-E72D389B9B72}" type="presOf" srcId="{E07A9799-CB50-462A-869E-19358B08F0F9}" destId="{4CA287AA-83F5-4308-89C6-FCDD576706EF}" srcOrd="0" destOrd="0" presId="urn:microsoft.com/office/officeart/2005/8/layout/vList3"/>
    <dgm:cxn modelId="{4BC7F9F3-B4D8-4498-BEB1-58FD30DA63BE}" type="presOf" srcId="{05EAB450-643F-4E1A-AAEE-D5152873898A}" destId="{3134F4AA-3D49-4AA1-BD69-F69ECF539524}" srcOrd="0" destOrd="0" presId="urn:microsoft.com/office/officeart/2005/8/layout/vList3"/>
    <dgm:cxn modelId="{CF13E308-A26E-459D-BE99-ED9445F72442}" type="presParOf" srcId="{11E56CF3-5881-4798-B0E8-5C1C72543BE5}" destId="{E1EA3039-989F-4EEF-9054-76BBF8C63C7B}" srcOrd="0" destOrd="0" presId="urn:microsoft.com/office/officeart/2005/8/layout/vList3"/>
    <dgm:cxn modelId="{9899EBE4-3D49-43CD-8C93-E482B62DDC90}" type="presParOf" srcId="{E1EA3039-989F-4EEF-9054-76BBF8C63C7B}" destId="{3F792122-A8D5-43D7-BA14-46D4EE93DEDD}" srcOrd="0" destOrd="0" presId="urn:microsoft.com/office/officeart/2005/8/layout/vList3"/>
    <dgm:cxn modelId="{0B61AC08-963B-453C-A8CC-65161B3AFE32}" type="presParOf" srcId="{E1EA3039-989F-4EEF-9054-76BBF8C63C7B}" destId="{3134F4AA-3D49-4AA1-BD69-F69ECF539524}" srcOrd="1" destOrd="0" presId="urn:microsoft.com/office/officeart/2005/8/layout/vList3"/>
    <dgm:cxn modelId="{06E35E50-E150-46B4-BAF0-93244CF3CD80}" type="presParOf" srcId="{11E56CF3-5881-4798-B0E8-5C1C72543BE5}" destId="{42DDFBB7-F03C-44C9-A67D-52E32C94E360}" srcOrd="1" destOrd="0" presId="urn:microsoft.com/office/officeart/2005/8/layout/vList3"/>
    <dgm:cxn modelId="{1AC7B519-76D1-4F12-BD03-CE7F16331B7C}" type="presParOf" srcId="{11E56CF3-5881-4798-B0E8-5C1C72543BE5}" destId="{7014C1BD-3852-49D5-9321-E34685CC9AD7}" srcOrd="2" destOrd="0" presId="urn:microsoft.com/office/officeart/2005/8/layout/vList3"/>
    <dgm:cxn modelId="{1DC05CD8-EA98-405C-BDCE-41AA0B8BC6D5}" type="presParOf" srcId="{7014C1BD-3852-49D5-9321-E34685CC9AD7}" destId="{4E433FBC-5B37-4713-AEAE-FA3ED1A5BB50}" srcOrd="0" destOrd="0" presId="urn:microsoft.com/office/officeart/2005/8/layout/vList3"/>
    <dgm:cxn modelId="{6B32C39B-4890-4FB0-9418-41298A43E1DD}" type="presParOf" srcId="{7014C1BD-3852-49D5-9321-E34685CC9AD7}" destId="{4CA287AA-83F5-4308-89C6-FCDD576706EF}" srcOrd="1" destOrd="0" presId="urn:microsoft.com/office/officeart/2005/8/layout/vList3"/>
    <dgm:cxn modelId="{2921555E-46A9-418A-8D74-B1A48DC01AE0}" type="presParOf" srcId="{11E56CF3-5881-4798-B0E8-5C1C72543BE5}" destId="{A09D66CF-E6A1-4AF4-AE0B-281A06EAD9BA}" srcOrd="3" destOrd="0" presId="urn:microsoft.com/office/officeart/2005/8/layout/vList3"/>
    <dgm:cxn modelId="{B0D51BB1-625E-4E66-8F9E-CEE8EB2EC02D}" type="presParOf" srcId="{11E56CF3-5881-4798-B0E8-5C1C72543BE5}" destId="{BF729358-577F-43D7-ADB1-6429BB31E80C}" srcOrd="4" destOrd="0" presId="urn:microsoft.com/office/officeart/2005/8/layout/vList3"/>
    <dgm:cxn modelId="{8864D595-AA87-44EB-8309-A51A31FCDAFC}" type="presParOf" srcId="{BF729358-577F-43D7-ADB1-6429BB31E80C}" destId="{C4A6A92C-0CF1-4643-9329-466079AAB340}" srcOrd="0" destOrd="0" presId="urn:microsoft.com/office/officeart/2005/8/layout/vList3"/>
    <dgm:cxn modelId="{0552932B-6CCB-4CAE-99BE-D5A0360D9E29}" type="presParOf" srcId="{BF729358-577F-43D7-ADB1-6429BB31E80C}" destId="{97FF3739-BFE3-4C45-82AD-AA86F6C1955B}" srcOrd="1" destOrd="0" presId="urn:microsoft.com/office/officeart/2005/8/layout/vList3"/>
    <dgm:cxn modelId="{7FE5BA36-0735-451D-90EC-261E99F4E27C}" type="presParOf" srcId="{11E56CF3-5881-4798-B0E8-5C1C72543BE5}" destId="{D457CDBB-C69F-43E1-A029-58DB9F941A67}" srcOrd="5" destOrd="0" presId="urn:microsoft.com/office/officeart/2005/8/layout/vList3"/>
    <dgm:cxn modelId="{2D51D886-7EB6-4284-9BB1-665E3C579213}" type="presParOf" srcId="{11E56CF3-5881-4798-B0E8-5C1C72543BE5}" destId="{2E1C4664-30FF-41D3-B146-8B1492FEACC2}" srcOrd="6" destOrd="0" presId="urn:microsoft.com/office/officeart/2005/8/layout/vList3"/>
    <dgm:cxn modelId="{2C9F4A77-4898-416B-95F7-DF499E0CF9F1}" type="presParOf" srcId="{2E1C4664-30FF-41D3-B146-8B1492FEACC2}" destId="{E579CC3C-6FE7-4FB5-8A1A-2B8CCEC994B0}" srcOrd="0" destOrd="0" presId="urn:microsoft.com/office/officeart/2005/8/layout/vList3"/>
    <dgm:cxn modelId="{6F868789-9C04-46D5-AD6D-05D7B934FBD9}" type="presParOf" srcId="{2E1C4664-30FF-41D3-B146-8B1492FEACC2}" destId="{CF9FED91-B995-45D0-83B6-0075B541A2A5}" srcOrd="1" destOrd="0" presId="urn:microsoft.com/office/officeart/2005/8/layout/vList3"/>
    <dgm:cxn modelId="{E98B6F77-5679-4AFE-AD55-E4740F177255}" type="presParOf" srcId="{11E56CF3-5881-4798-B0E8-5C1C72543BE5}" destId="{3206D3AF-BEAF-48BE-8FAE-3D63B4FF6549}" srcOrd="7" destOrd="0" presId="urn:microsoft.com/office/officeart/2005/8/layout/vList3"/>
    <dgm:cxn modelId="{A7A8AD3E-3405-4DA3-B369-7F43CC4ADF69}" type="presParOf" srcId="{11E56CF3-5881-4798-B0E8-5C1C72543BE5}" destId="{2E3E62A9-5DF2-4508-B232-B0177D2EE859}" srcOrd="8" destOrd="0" presId="urn:microsoft.com/office/officeart/2005/8/layout/vList3"/>
    <dgm:cxn modelId="{CCB35C08-90F5-4A45-BE77-4E0DC9218D17}" type="presParOf" srcId="{2E3E62A9-5DF2-4508-B232-B0177D2EE859}" destId="{98EF3A8D-80C7-498B-9734-A8AA127FB1BD}" srcOrd="0" destOrd="0" presId="urn:microsoft.com/office/officeart/2005/8/layout/vList3"/>
    <dgm:cxn modelId="{B783E9D4-EEA6-4D03-8E99-33C8F55E9C23}" type="presParOf" srcId="{2E3E62A9-5DF2-4508-B232-B0177D2EE859}" destId="{24DC28B3-E3DB-4230-B148-87D53245272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53260B-E9BB-4760-B952-AC2A25868BCC}">
      <dsp:nvSpPr>
        <dsp:cNvPr id="0" name=""/>
        <dsp:cNvSpPr/>
      </dsp:nvSpPr>
      <dsp:spPr>
        <a:xfrm rot="10800000">
          <a:off x="2027140" y="2239"/>
          <a:ext cx="7336925" cy="716469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5943" tIns="76200" rIns="14224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 err="1"/>
            <a:t>i</a:t>
          </a:r>
          <a:r>
            <a:rPr lang="ar-SA" sz="2000" b="1" i="0" kern="1200" baseline="0" dirty="0"/>
            <a:t>n </a:t>
          </a:r>
          <a:r>
            <a:rPr lang="ar-SA" sz="2000" b="1" i="0" kern="1200" baseline="0" dirty="0" err="1"/>
            <a:t>this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part</a:t>
          </a:r>
          <a:r>
            <a:rPr lang="ar-SA" sz="2000" b="1" i="0" kern="1200" baseline="0" dirty="0"/>
            <a:t>, </a:t>
          </a:r>
          <a:r>
            <a:rPr lang="ar-SA" sz="2000" b="1" i="0" kern="1200" baseline="0" dirty="0" err="1"/>
            <a:t>sockets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are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used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to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allow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communication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between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different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users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over</a:t>
          </a:r>
          <a:r>
            <a:rPr lang="ar-SA" sz="2000" b="1" i="0" kern="1200" baseline="0" dirty="0"/>
            <a:t> a </a:t>
          </a:r>
          <a:r>
            <a:rPr lang="ar-SA" sz="2000" b="1" i="0" kern="1200" baseline="0" dirty="0" err="1"/>
            <a:t>network</a:t>
          </a:r>
          <a:r>
            <a:rPr lang="ar-SA" sz="2000" b="1" i="0" kern="1200" baseline="0" dirty="0"/>
            <a:t>.</a:t>
          </a:r>
          <a:endParaRPr lang="ar-SA" sz="2000" kern="1200" dirty="0"/>
        </a:p>
      </dsp:txBody>
      <dsp:txXfrm rot="10800000">
        <a:off x="2206257" y="2239"/>
        <a:ext cx="7157808" cy="716469"/>
      </dsp:txXfrm>
    </dsp:sp>
    <dsp:sp modelId="{F0797665-27CA-401B-BF2C-C18D10DDA970}">
      <dsp:nvSpPr>
        <dsp:cNvPr id="0" name=""/>
        <dsp:cNvSpPr/>
      </dsp:nvSpPr>
      <dsp:spPr>
        <a:xfrm>
          <a:off x="1668905" y="2239"/>
          <a:ext cx="716469" cy="71646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F00FB26-E10B-4F77-8C8E-AE080AF85371}">
      <dsp:nvSpPr>
        <dsp:cNvPr id="0" name=""/>
        <dsp:cNvSpPr/>
      </dsp:nvSpPr>
      <dsp:spPr>
        <a:xfrm rot="10800000">
          <a:off x="2027140" y="932580"/>
          <a:ext cx="7336925" cy="716469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5943" tIns="76200" rIns="14224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000" b="1" i="0" kern="1200" baseline="0"/>
            <a:t>The system is based on a client–server model where users connect to a central server.</a:t>
          </a:r>
          <a:endParaRPr lang="ar-SA" sz="2000" kern="1200"/>
        </a:p>
      </dsp:txBody>
      <dsp:txXfrm rot="10800000">
        <a:off x="2206257" y="932580"/>
        <a:ext cx="7157808" cy="716469"/>
      </dsp:txXfrm>
    </dsp:sp>
    <dsp:sp modelId="{38FFF991-9823-41C9-ABC8-5B4B319EEC6A}">
      <dsp:nvSpPr>
        <dsp:cNvPr id="0" name=""/>
        <dsp:cNvSpPr/>
      </dsp:nvSpPr>
      <dsp:spPr>
        <a:xfrm>
          <a:off x="1668905" y="932580"/>
          <a:ext cx="716469" cy="71646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F4C979B-4425-4DD4-8E9E-BA77CEF562D6}">
      <dsp:nvSpPr>
        <dsp:cNvPr id="0" name=""/>
        <dsp:cNvSpPr/>
      </dsp:nvSpPr>
      <dsp:spPr>
        <a:xfrm rot="10800000">
          <a:off x="2027140" y="1862922"/>
          <a:ext cx="7336925" cy="716469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5943" tIns="76200" rIns="14224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000" b="1" i="0" kern="1200" baseline="0"/>
            <a:t>Multithreading is used so the server can deal with more than one user at the same time.</a:t>
          </a:r>
          <a:endParaRPr lang="ar-SA" sz="2000" kern="1200"/>
        </a:p>
      </dsp:txBody>
      <dsp:txXfrm rot="10800000">
        <a:off x="2206257" y="1862922"/>
        <a:ext cx="7157808" cy="716469"/>
      </dsp:txXfrm>
    </dsp:sp>
    <dsp:sp modelId="{A30192F0-C9E8-4352-A424-930824E12F2E}">
      <dsp:nvSpPr>
        <dsp:cNvPr id="0" name=""/>
        <dsp:cNvSpPr/>
      </dsp:nvSpPr>
      <dsp:spPr>
        <a:xfrm>
          <a:off x="1668905" y="1862922"/>
          <a:ext cx="716469" cy="716469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538F858-C70A-469C-A2D7-E179320D463C}">
      <dsp:nvSpPr>
        <dsp:cNvPr id="0" name=""/>
        <dsp:cNvSpPr/>
      </dsp:nvSpPr>
      <dsp:spPr>
        <a:xfrm rot="10800000">
          <a:off x="2027140" y="2793263"/>
          <a:ext cx="7336925" cy="716469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5943" tIns="76200" rIns="14224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000" b="1" i="0" kern="1200" baseline="0" dirty="0" err="1"/>
            <a:t>Each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user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connection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runs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in</a:t>
          </a:r>
          <a:r>
            <a:rPr lang="ar-SA" sz="2000" b="1" i="0" kern="1200" baseline="0" dirty="0"/>
            <a:t> a </a:t>
          </a:r>
          <a:r>
            <a:rPr lang="ar-SA" sz="2000" b="1" i="0" kern="1200" baseline="0" dirty="0" err="1"/>
            <a:t>separate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thread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to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keep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the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system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responsive</a:t>
          </a:r>
          <a:r>
            <a:rPr lang="ar-SA" sz="2000" b="1" i="0" kern="1200" baseline="0" dirty="0"/>
            <a:t>.</a:t>
          </a:r>
          <a:endParaRPr lang="ar-SA" sz="2000" kern="1200" dirty="0"/>
        </a:p>
      </dsp:txBody>
      <dsp:txXfrm rot="10800000">
        <a:off x="2206257" y="2793263"/>
        <a:ext cx="7157808" cy="716469"/>
      </dsp:txXfrm>
    </dsp:sp>
    <dsp:sp modelId="{98917DD4-6E17-43A6-99F5-5129F8614852}">
      <dsp:nvSpPr>
        <dsp:cNvPr id="0" name=""/>
        <dsp:cNvSpPr/>
      </dsp:nvSpPr>
      <dsp:spPr>
        <a:xfrm>
          <a:off x="1668905" y="2793263"/>
          <a:ext cx="716469" cy="716469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6E22601-D0CA-4980-A3EB-6CE6D74F7A9F}">
      <dsp:nvSpPr>
        <dsp:cNvPr id="0" name=""/>
        <dsp:cNvSpPr/>
      </dsp:nvSpPr>
      <dsp:spPr>
        <a:xfrm rot="10800000">
          <a:off x="2027140" y="3723604"/>
          <a:ext cx="7336925" cy="716469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5943" tIns="76200" rIns="14224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000" b="1" i="0" kern="1200" baseline="0" dirty="0" err="1"/>
            <a:t>This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approach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helps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the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chat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system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work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smoothly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and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exchange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messages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in</a:t>
          </a:r>
          <a:r>
            <a:rPr lang="ar-SA" sz="2000" b="1" i="0" kern="1200" baseline="0" dirty="0"/>
            <a:t> </a:t>
          </a:r>
          <a:r>
            <a:rPr lang="ar-SA" sz="2000" b="1" i="0" kern="1200" baseline="0" dirty="0" err="1"/>
            <a:t>real</a:t>
          </a:r>
          <a:r>
            <a:rPr lang="ar-SA" sz="2000" b="1" i="0" kern="1200" baseline="0" dirty="0"/>
            <a:t> </a:t>
          </a:r>
          <a:endParaRPr lang="ar-SA" sz="2000" kern="1200" dirty="0"/>
        </a:p>
      </dsp:txBody>
      <dsp:txXfrm rot="10800000">
        <a:off x="2206257" y="3723604"/>
        <a:ext cx="7157808" cy="716469"/>
      </dsp:txXfrm>
    </dsp:sp>
    <dsp:sp modelId="{1A7B7191-3064-4EBA-8A97-0B4B7592882E}">
      <dsp:nvSpPr>
        <dsp:cNvPr id="0" name=""/>
        <dsp:cNvSpPr/>
      </dsp:nvSpPr>
      <dsp:spPr>
        <a:xfrm>
          <a:off x="1668905" y="3723604"/>
          <a:ext cx="716469" cy="716469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4F4AA-3D49-4AA1-BD69-F69ECF539524}">
      <dsp:nvSpPr>
        <dsp:cNvPr id="0" name=""/>
        <dsp:cNvSpPr/>
      </dsp:nvSpPr>
      <dsp:spPr>
        <a:xfrm rot="10800000">
          <a:off x="1968528" y="2214"/>
          <a:ext cx="7172681" cy="647501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530" tIns="68580" rIns="128016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800" b="1" i="0" kern="1200" baseline="0" dirty="0" err="1"/>
            <a:t>In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this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part</a:t>
          </a:r>
          <a:r>
            <a:rPr lang="ar-SA" sz="1800" b="1" i="0" kern="1200" baseline="0" dirty="0"/>
            <a:t>, </a:t>
          </a:r>
          <a:r>
            <a:rPr lang="ar-SA" sz="1800" b="1" i="0" kern="1200" baseline="0" dirty="0" err="1"/>
            <a:t>shared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memory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is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used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to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allow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different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processes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to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exchange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data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on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the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same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machine</a:t>
          </a:r>
          <a:r>
            <a:rPr lang="ar-SA" sz="1800" b="1" i="0" kern="1200" baseline="0" dirty="0"/>
            <a:t>.</a:t>
          </a:r>
          <a:endParaRPr lang="ar-SA" sz="1800" b="1" kern="1200" dirty="0"/>
        </a:p>
      </dsp:txBody>
      <dsp:txXfrm rot="10800000">
        <a:off x="2130403" y="2214"/>
        <a:ext cx="7010806" cy="647501"/>
      </dsp:txXfrm>
    </dsp:sp>
    <dsp:sp modelId="{3F792122-A8D5-43D7-BA14-46D4EE93DEDD}">
      <dsp:nvSpPr>
        <dsp:cNvPr id="0" name=""/>
        <dsp:cNvSpPr/>
      </dsp:nvSpPr>
      <dsp:spPr>
        <a:xfrm>
          <a:off x="1644777" y="2214"/>
          <a:ext cx="647501" cy="64750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A287AA-83F5-4308-89C6-FCDD576706EF}">
      <dsp:nvSpPr>
        <dsp:cNvPr id="0" name=""/>
        <dsp:cNvSpPr/>
      </dsp:nvSpPr>
      <dsp:spPr>
        <a:xfrm rot="10800000">
          <a:off x="1968528" y="826662"/>
          <a:ext cx="7172681" cy="647501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530" tIns="68580" rIns="128016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800" b="1" i="0" kern="1200" baseline="0" dirty="0" err="1"/>
            <a:t>All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processes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access</a:t>
          </a:r>
          <a:r>
            <a:rPr lang="ar-SA" sz="1800" b="1" i="0" kern="1200" baseline="0" dirty="0"/>
            <a:t> a </a:t>
          </a:r>
          <a:r>
            <a:rPr lang="ar-SA" sz="1800" b="1" i="0" kern="1200" baseline="0" dirty="0" err="1"/>
            <a:t>common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memory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space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to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read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and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write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messages</a:t>
          </a:r>
          <a:r>
            <a:rPr lang="ar-SA" sz="1800" b="1" i="0" kern="1200" baseline="0" dirty="0"/>
            <a:t>.</a:t>
          </a:r>
          <a:endParaRPr lang="ar-SA" sz="1800" b="1" kern="1200" dirty="0"/>
        </a:p>
      </dsp:txBody>
      <dsp:txXfrm rot="10800000">
        <a:off x="2130403" y="826662"/>
        <a:ext cx="7010806" cy="647501"/>
      </dsp:txXfrm>
    </dsp:sp>
    <dsp:sp modelId="{4E433FBC-5B37-4713-AEAE-FA3ED1A5BB50}">
      <dsp:nvSpPr>
        <dsp:cNvPr id="0" name=""/>
        <dsp:cNvSpPr/>
      </dsp:nvSpPr>
      <dsp:spPr>
        <a:xfrm>
          <a:off x="1644777" y="826662"/>
          <a:ext cx="647501" cy="64750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F3739-BFE3-4C45-82AD-AA86F6C1955B}">
      <dsp:nvSpPr>
        <dsp:cNvPr id="0" name=""/>
        <dsp:cNvSpPr/>
      </dsp:nvSpPr>
      <dsp:spPr>
        <a:xfrm rot="10800000">
          <a:off x="1968528" y="1651111"/>
          <a:ext cx="7172681" cy="647501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530" tIns="68580" rIns="128016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800" b="1" i="0" kern="1200" baseline="0" dirty="0" err="1"/>
            <a:t>Synchronization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techniques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are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used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to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control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access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to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the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shared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memory</a:t>
          </a:r>
          <a:r>
            <a:rPr lang="ar-SA" sz="1800" b="1" i="0" kern="1200" baseline="0" dirty="0"/>
            <a:t>.</a:t>
          </a:r>
          <a:endParaRPr lang="ar-SA" sz="1800" b="1" kern="1200" dirty="0"/>
        </a:p>
      </dsp:txBody>
      <dsp:txXfrm rot="10800000">
        <a:off x="2130403" y="1651111"/>
        <a:ext cx="7010806" cy="647501"/>
      </dsp:txXfrm>
    </dsp:sp>
    <dsp:sp modelId="{C4A6A92C-0CF1-4643-9329-466079AAB340}">
      <dsp:nvSpPr>
        <dsp:cNvPr id="0" name=""/>
        <dsp:cNvSpPr/>
      </dsp:nvSpPr>
      <dsp:spPr>
        <a:xfrm>
          <a:off x="1644777" y="1651111"/>
          <a:ext cx="647501" cy="647501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9FED91-B995-45D0-83B6-0075B541A2A5}">
      <dsp:nvSpPr>
        <dsp:cNvPr id="0" name=""/>
        <dsp:cNvSpPr/>
      </dsp:nvSpPr>
      <dsp:spPr>
        <a:xfrm rot="10800000">
          <a:off x="1968528" y="2475559"/>
          <a:ext cx="7172681" cy="647501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530" tIns="68580" rIns="128016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800" b="1" i="0" kern="1200" baseline="0" dirty="0" err="1"/>
            <a:t>Semaphores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help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prevent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conflicts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when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multiple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processes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try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to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access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the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memory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at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the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same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time</a:t>
          </a:r>
          <a:r>
            <a:rPr lang="ar-SA" sz="1800" b="1" i="0" kern="1200" baseline="0" dirty="0"/>
            <a:t>.</a:t>
          </a:r>
          <a:endParaRPr lang="ar-SA" sz="1800" b="1" kern="1200" dirty="0"/>
        </a:p>
      </dsp:txBody>
      <dsp:txXfrm rot="10800000">
        <a:off x="2130403" y="2475559"/>
        <a:ext cx="7010806" cy="647501"/>
      </dsp:txXfrm>
    </dsp:sp>
    <dsp:sp modelId="{E579CC3C-6FE7-4FB5-8A1A-2B8CCEC994B0}">
      <dsp:nvSpPr>
        <dsp:cNvPr id="0" name=""/>
        <dsp:cNvSpPr/>
      </dsp:nvSpPr>
      <dsp:spPr>
        <a:xfrm>
          <a:off x="1644777" y="2475559"/>
          <a:ext cx="647501" cy="647501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C28B3-E3DB-4230-B148-87D532452729}">
      <dsp:nvSpPr>
        <dsp:cNvPr id="0" name=""/>
        <dsp:cNvSpPr/>
      </dsp:nvSpPr>
      <dsp:spPr>
        <a:xfrm rot="10800000">
          <a:off x="1978139" y="3300008"/>
          <a:ext cx="7172681" cy="647501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530" tIns="68580" rIns="128016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800" b="1" i="0" kern="1200" baseline="0" dirty="0" err="1"/>
            <a:t>This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method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provides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fast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and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efficient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communication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between</a:t>
          </a:r>
          <a:r>
            <a:rPr lang="ar-SA" sz="1800" b="1" i="0" kern="1200" baseline="0" dirty="0"/>
            <a:t> </a:t>
          </a:r>
          <a:r>
            <a:rPr lang="ar-SA" sz="1800" b="1" i="0" kern="1200" baseline="0" dirty="0" err="1"/>
            <a:t>processes</a:t>
          </a:r>
          <a:r>
            <a:rPr lang="ar-SA" sz="1800" b="1" i="0" kern="1200" baseline="0" dirty="0"/>
            <a:t>.</a:t>
          </a:r>
          <a:endParaRPr lang="ar-SA" sz="1800" b="1" kern="1200" dirty="0"/>
        </a:p>
      </dsp:txBody>
      <dsp:txXfrm rot="10800000">
        <a:off x="2140014" y="3300008"/>
        <a:ext cx="7010806" cy="647501"/>
      </dsp:txXfrm>
    </dsp:sp>
    <dsp:sp modelId="{98EF3A8D-80C7-498B-9734-A8AA127FB1BD}">
      <dsp:nvSpPr>
        <dsp:cNvPr id="0" name=""/>
        <dsp:cNvSpPr/>
      </dsp:nvSpPr>
      <dsp:spPr>
        <a:xfrm>
          <a:off x="1644777" y="3300008"/>
          <a:ext cx="647501" cy="647501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62523E8-F936-4D17-A3FF-47896B2EEC39}" type="datetimeFigureOut">
              <a:rPr lang="ar-SA" smtClean="0"/>
              <a:t>28/06/1447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227D8A86-B897-4AFC-BE24-B6D7972A4E8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5604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 flipH="1">
            <a:off x="988694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H="1">
            <a:off x="1524001" y="1122363"/>
            <a:ext cx="8791575" cy="2387600"/>
          </a:xfrm>
        </p:spPr>
        <p:txBody>
          <a:bodyPr anchor="b">
            <a:normAutofit/>
          </a:bodyPr>
          <a:lstStyle>
            <a:lvl1pPr algn="r" rtl="1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H="1">
            <a:off x="1524001" y="3602038"/>
            <a:ext cx="8791575" cy="1655762"/>
          </a:xfrm>
        </p:spPr>
        <p:txBody>
          <a:bodyPr>
            <a:normAutofit/>
          </a:bodyPr>
          <a:lstStyle>
            <a:lvl1pPr marL="0" indent="0" algn="r" rtl="1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371289" y="5410201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A3DFF587-B98E-4EF0-9B2A-DE96686B30A2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5190690" y="5410201"/>
            <a:ext cx="5124886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524000" y="5410199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144589" y="2249487"/>
            <a:ext cx="9905999" cy="3541714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B5F846C3-2EC7-45FD-9E27-9D0F0260897D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1419226"/>
            <a:ext cx="9906000" cy="2852737"/>
          </a:xfrm>
        </p:spPr>
        <p:txBody>
          <a:bodyPr anchor="b">
            <a:normAutofit/>
          </a:bodyPr>
          <a:lstStyle>
            <a:lvl1pPr algn="r" rtl="1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144589" y="4424362"/>
            <a:ext cx="9906000" cy="1374776"/>
          </a:xfrm>
        </p:spPr>
        <p:txBody>
          <a:bodyPr>
            <a:normAutofit/>
          </a:bodyPr>
          <a:lstStyle>
            <a:lvl1pPr marL="0" indent="0" algn="r" rtl="1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EBB7D8C8-6D72-4939-BEE8-8FF421ECFB94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flipH="1">
            <a:off x="6172201" y="2249486"/>
            <a:ext cx="4878389" cy="3541714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1144589" y="2249486"/>
            <a:ext cx="4875211" cy="3541714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1561CE8C-E478-4F0B-BAF4-FBAD4E887F24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9126"/>
            <a:ext cx="9906000" cy="1477961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6172198" y="2249486"/>
            <a:ext cx="4649783" cy="823912"/>
          </a:xfrm>
        </p:spPr>
        <p:txBody>
          <a:bodyPr anchor="b"/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6172199" y="3073397"/>
            <a:ext cx="4878391" cy="2717801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1144590" y="2249485"/>
            <a:ext cx="4646602" cy="823912"/>
          </a:xfrm>
        </p:spPr>
        <p:txBody>
          <a:bodyPr anchor="b"/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 flipH="1">
            <a:off x="1144590" y="3073397"/>
            <a:ext cx="4875210" cy="2717801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3BD10D7B-F540-4076-AA62-0277316E7F6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78C16B93-44BA-4FFE-AE83-32FED9944267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9B509621-67FE-4788-A81D-921A0BFA2807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189258" y="609601"/>
            <a:ext cx="3856037" cy="1639884"/>
          </a:xfrm>
        </p:spPr>
        <p:txBody>
          <a:bodyPr anchor="b"/>
          <a:lstStyle>
            <a:lvl1pPr algn="r" rtl="1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144591" y="592666"/>
            <a:ext cx="5891209" cy="5198534"/>
          </a:xfrm>
        </p:spPr>
        <p:txBody>
          <a:bodyPr anchor="ctr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7189258" y="2249486"/>
            <a:ext cx="3856037" cy="3541714"/>
          </a:xfrm>
        </p:spPr>
        <p:txBody>
          <a:bodyPr/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D6F59E65-422D-4293-8EA3-6A2D2F4610B1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5116079" y="609600"/>
            <a:ext cx="5934508" cy="1639886"/>
          </a:xfrm>
        </p:spPr>
        <p:txBody>
          <a:bodyPr anchor="b"/>
          <a:lstStyle>
            <a:lvl1pPr algn="r" rtl="1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flipH="1">
            <a:off x="1144589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 algn="r" rtl="1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5116079" y="2249486"/>
            <a:ext cx="5934511" cy="3541714"/>
          </a:xfrm>
        </p:spPr>
        <p:txBody>
          <a:bodyPr/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71D96F2B-1D59-409C-A766-C332E87842EA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38235" y="4304664"/>
            <a:ext cx="9912355" cy="819355"/>
          </a:xfrm>
        </p:spPr>
        <p:txBody>
          <a:bodyPr anchor="b">
            <a:normAutofit/>
          </a:bodyPr>
          <a:lstStyle>
            <a:lvl1pPr algn="r" rtl="1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flipH="1">
            <a:off x="1138235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r" rtl="1"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139777" y="5124020"/>
            <a:ext cx="9910859" cy="682472"/>
          </a:xfrm>
        </p:spPr>
        <p:txBody>
          <a:bodyPr>
            <a:normAutofit/>
          </a:bodyPr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2D0020C6-65CF-454B-959B-BCBD68F1B3CE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09600"/>
            <a:ext cx="9905955" cy="3429000"/>
          </a:xfrm>
        </p:spPr>
        <p:txBody>
          <a:bodyPr anchor="ctr">
            <a:normAutofit/>
          </a:bodyPr>
          <a:lstStyle>
            <a:lvl1pPr algn="r" rtl="1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146131" y="4419599"/>
            <a:ext cx="9904459" cy="1371599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87586D58-DDC4-46EC-9B5E-7A4FABFBA63A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443036" y="609599"/>
            <a:ext cx="9302752" cy="2748429"/>
          </a:xfrm>
        </p:spPr>
        <p:txBody>
          <a:bodyPr anchor="ctr">
            <a:normAutofit/>
          </a:bodyPr>
          <a:lstStyle>
            <a:lvl1pPr algn="r" rtl="1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 flipH="1">
            <a:off x="1719057" y="3365557"/>
            <a:ext cx="8752299" cy="548968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144587" y="4309919"/>
            <a:ext cx="9906002" cy="1489496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300E7153-9331-4315-9724-A89F435CF3F9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 flipH="1">
            <a:off x="10678888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 flipH="1">
            <a:off x="104503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2134041"/>
            <a:ext cx="9906001" cy="2511835"/>
          </a:xfrm>
        </p:spPr>
        <p:txBody>
          <a:bodyPr anchor="b">
            <a:normAutofit/>
          </a:bodyPr>
          <a:lstStyle>
            <a:lvl1pPr algn="r" rtl="1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146131" y="4657655"/>
            <a:ext cx="9904505" cy="1140644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7880F32-EE19-41AF-8CAC-F612C57C26C3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 flipH="1">
            <a:off x="1144589" y="609600"/>
            <a:ext cx="9905998" cy="190500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 flipH="1">
            <a:off x="7853691" y="2674463"/>
            <a:ext cx="3196899" cy="685800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 flipH="1">
            <a:off x="7855347" y="3360263"/>
            <a:ext cx="3208735" cy="2430936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4492849" y="2677635"/>
            <a:ext cx="3184385" cy="685800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 flipH="1">
            <a:off x="4491957" y="3363435"/>
            <a:ext cx="3195830" cy="2430936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 flipH="1">
            <a:off x="1144590" y="2674463"/>
            <a:ext cx="3194968" cy="685800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 flipH="1">
            <a:off x="1144590" y="3360263"/>
            <a:ext cx="3194968" cy="2430936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F96118CF-9578-415C-A96B-BD2D1C151B16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 flipH="1">
            <a:off x="1144590" y="609600"/>
            <a:ext cx="9905999" cy="190500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 flipH="1">
            <a:off x="7855347" y="4404596"/>
            <a:ext cx="3195240" cy="576262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 flipH="1">
            <a:off x="7855347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r" rtl="1"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 flipH="1">
            <a:off x="7855347" y="4980858"/>
            <a:ext cx="3195240" cy="817843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4502547" y="4404596"/>
            <a:ext cx="3200400" cy="576262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 flipH="1">
            <a:off x="4504007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r" rtl="1"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 flipH="1">
            <a:off x="4504007" y="4980857"/>
            <a:ext cx="3200400" cy="810342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 flipH="1">
            <a:off x="1148692" y="4404595"/>
            <a:ext cx="3190741" cy="576262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 flipH="1">
            <a:off x="1144589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r" rtl="1"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 flipH="1">
            <a:off x="1144590" y="4980854"/>
            <a:ext cx="3194968" cy="810345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6C5DBDE5-87CD-466E-A00F-9512B12337F1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1144589" y="2249487"/>
            <a:ext cx="9905999" cy="3541714"/>
          </a:xfrm>
        </p:spPr>
        <p:txBody>
          <a:bodyPr vert="eaVert" anchor="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98FCCF3C-3020-4014-8E5A-99A26F224944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flipH="1">
            <a:off x="1144589" y="609599"/>
            <a:ext cx="2005011" cy="5181601"/>
          </a:xfrm>
        </p:spPr>
        <p:txBody>
          <a:bodyPr vert="eaVert"/>
          <a:lstStyle>
            <a:lvl1pPr algn="r" rtl="1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3302000" y="609599"/>
            <a:ext cx="7748590" cy="5181601"/>
          </a:xfrm>
        </p:spPr>
        <p:txBody>
          <a:bodyPr vert="eaVer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36A76DBB-1E51-468E-91E1-72AEFE525921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 flipH="1">
            <a:off x="152400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ar-SA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144589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1991879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F4D1F-626B-40BF-BC5C-457CC35F1FD8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4811280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flipH="1">
            <a:off x="1144590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A4B0-FA10-3B3B-2837-34EEEB2C1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97498" y="73739"/>
            <a:ext cx="8791575" cy="2387600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Operating system Project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</a:rPr>
            </a:br>
            <a:endParaRPr lang="ar-SA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95372-AAE3-2617-8F5E-B8F7D7D6E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1-soket and multithreading</a:t>
            </a:r>
          </a:p>
          <a:p>
            <a:pPr algn="ctr"/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2-shared-memory and synchronization </a:t>
            </a:r>
            <a:endParaRPr lang="ar-SA" sz="28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1D30C-060F-41A0-9CA9-93ECCD33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3B22C-663B-DFE0-1DAD-A955358C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780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35A9B-042A-8190-6544-19C3B2F57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889232" y="-55562"/>
            <a:ext cx="9669623" cy="165576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team member and coordinator </a:t>
            </a:r>
            <a:endParaRPr lang="ar-SA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478BA-E3BC-19D6-B7A0-7B92752E2731}"/>
              </a:ext>
            </a:extLst>
          </p:cNvPr>
          <p:cNvSpPr txBox="1"/>
          <p:nvPr/>
        </p:nvSpPr>
        <p:spPr>
          <a:xfrm>
            <a:off x="6227508" y="2383894"/>
            <a:ext cx="4113498" cy="230832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95000"/>
                  </a:schemeClr>
                </a:solidFill>
              </a:rPr>
              <a:t>Abdlhamed Abdlrady Abass-1</a:t>
            </a:r>
          </a:p>
          <a:p>
            <a:pPr algn="r"/>
            <a:r>
              <a:rPr lang="en-US" sz="2400" b="1" dirty="0">
                <a:solidFill>
                  <a:schemeClr val="tx1">
                    <a:lumMod val="95000"/>
                  </a:schemeClr>
                </a:solidFill>
              </a:rPr>
              <a:t>Mostafa Ali Abdelsamea-2</a:t>
            </a:r>
          </a:p>
          <a:p>
            <a:pPr algn="r"/>
            <a:r>
              <a:rPr lang="en-US" sz="2400" b="1" dirty="0">
                <a:solidFill>
                  <a:schemeClr val="tx1">
                    <a:lumMod val="95000"/>
                  </a:schemeClr>
                </a:solidFill>
              </a:rPr>
              <a:t>Khalaf Hussein Khalaf-3</a:t>
            </a:r>
          </a:p>
          <a:p>
            <a:pPr algn="r"/>
            <a:r>
              <a:rPr lang="en-US" sz="2400" b="1" dirty="0">
                <a:solidFill>
                  <a:schemeClr val="tx1">
                    <a:lumMod val="95000"/>
                  </a:schemeClr>
                </a:solidFill>
              </a:rPr>
              <a:t>Ayman Mahmud Mohamed -4</a:t>
            </a:r>
          </a:p>
          <a:p>
            <a:pPr algn="r"/>
            <a:r>
              <a:rPr lang="en-US" sz="2400" b="1" dirty="0">
                <a:solidFill>
                  <a:schemeClr val="tx1">
                    <a:lumMod val="95000"/>
                  </a:schemeClr>
                </a:solidFill>
              </a:rPr>
              <a:t> Youssef </a:t>
            </a:r>
            <a:r>
              <a:rPr lang="en-US" sz="2400" b="1" dirty="0" err="1">
                <a:solidFill>
                  <a:schemeClr val="tx1">
                    <a:lumMod val="95000"/>
                  </a:schemeClr>
                </a:solidFill>
              </a:rPr>
              <a:t>Abdlrahim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</a:rPr>
              <a:t> Abade-5</a:t>
            </a:r>
          </a:p>
          <a:p>
            <a:pPr algn="r"/>
            <a:endParaRPr lang="ar-SA" sz="24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C7D755-BACE-0D6E-F578-708DE6D6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Operating system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986161-83E0-E5F3-02A0-33D14BF6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1D7995-3174-7736-9EBD-E1F57BF4286C}"/>
              </a:ext>
            </a:extLst>
          </p:cNvPr>
          <p:cNvSpPr txBox="1"/>
          <p:nvPr/>
        </p:nvSpPr>
        <p:spPr>
          <a:xfrm>
            <a:off x="701880" y="4369052"/>
            <a:ext cx="435668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The coordinate is 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Eng/ Maryam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Abohurairah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Abdelfattah</a:t>
            </a:r>
            <a:endParaRPr lang="ar-SA" sz="20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664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 invX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5D5F-1BFF-914D-4F23-5982FDC7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Project idea </a:t>
            </a:r>
            <a:endParaRPr lang="ar-SA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E173F-A272-1F95-2BEC-5952F643A5C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481858" y="1888760"/>
            <a:ext cx="11047411" cy="4226814"/>
          </a:xfrm>
        </p:spPr>
        <p:txBody>
          <a:bodyPr/>
          <a:lstStyle/>
          <a:p>
            <a:r>
              <a:rPr lang="en-US" dirty="0"/>
              <a:t>Inter-Process Communication Using Shared Memory &amp; Semaphores</a:t>
            </a:r>
            <a:endParaRPr lang="ar-EG" dirty="0"/>
          </a:p>
          <a:p>
            <a:r>
              <a:rPr lang="en-US" dirty="0"/>
              <a:t>The project demonstrates how multiple processes can communicate and synchronize with each other using </a:t>
            </a:r>
            <a:r>
              <a:rPr lang="en-US" b="1" dirty="0"/>
              <a:t>Inter-Process Communication (IPC)</a:t>
            </a:r>
            <a:r>
              <a:rPr lang="en-US" dirty="0"/>
              <a:t> mechanisms provided by the Operating System.</a:t>
            </a:r>
          </a:p>
          <a:p>
            <a:r>
              <a:rPr lang="ar-SA" altLang="ar-SA" dirty="0" err="1">
                <a:latin typeface="Arial" panose="020B0604020202020204" pitchFamily="34" charset="0"/>
              </a:rPr>
              <a:t>Use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lang="ar-SA" altLang="ar-SA" b="1" dirty="0" err="1">
                <a:latin typeface="Arial" panose="020B0604020202020204" pitchFamily="34" charset="0"/>
              </a:rPr>
              <a:t>Shared</a:t>
            </a:r>
            <a:r>
              <a:rPr lang="ar-SA" altLang="ar-SA" b="1" dirty="0">
                <a:latin typeface="Arial" panose="020B0604020202020204" pitchFamily="34" charset="0"/>
              </a:rPr>
              <a:t> </a:t>
            </a:r>
            <a:r>
              <a:rPr lang="ar-SA" altLang="ar-SA" b="1" dirty="0" err="1">
                <a:latin typeface="Arial" panose="020B0604020202020204" pitchFamily="34" charset="0"/>
              </a:rPr>
              <a:t>Memory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lang="ar-SA" altLang="ar-SA" dirty="0" err="1">
                <a:latin typeface="Arial" panose="020B0604020202020204" pitchFamily="34" charset="0"/>
              </a:rPr>
              <a:t>to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lang="ar-SA" altLang="ar-SA" dirty="0" err="1">
                <a:latin typeface="Arial" panose="020B0604020202020204" pitchFamily="34" charset="0"/>
              </a:rPr>
              <a:t>allow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lang="ar-SA" altLang="ar-SA" dirty="0" err="1">
                <a:latin typeface="Arial" panose="020B0604020202020204" pitchFamily="34" charset="0"/>
              </a:rPr>
              <a:t>processes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lang="ar-SA" altLang="ar-SA" dirty="0" err="1">
                <a:latin typeface="Arial" panose="020B0604020202020204" pitchFamily="34" charset="0"/>
              </a:rPr>
              <a:t>to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lang="ar-SA" altLang="ar-SA" dirty="0" err="1">
                <a:latin typeface="Arial" panose="020B0604020202020204" pitchFamily="34" charset="0"/>
              </a:rPr>
              <a:t>access</a:t>
            </a:r>
            <a:r>
              <a:rPr lang="ar-SA" altLang="ar-SA" dirty="0">
                <a:latin typeface="Arial" panose="020B0604020202020204" pitchFamily="34" charset="0"/>
              </a:rPr>
              <a:t> a </a:t>
            </a:r>
            <a:r>
              <a:rPr lang="ar-SA" altLang="ar-SA" dirty="0" err="1">
                <a:latin typeface="Arial" panose="020B0604020202020204" pitchFamily="34" charset="0"/>
              </a:rPr>
              <a:t>common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lang="ar-SA" altLang="ar-SA" dirty="0" err="1">
                <a:latin typeface="Arial" panose="020B0604020202020204" pitchFamily="34" charset="0"/>
              </a:rPr>
              <a:t>memory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lang="ar-SA" altLang="ar-SA" dirty="0" err="1">
                <a:latin typeface="Arial" panose="020B0604020202020204" pitchFamily="34" charset="0"/>
              </a:rPr>
              <a:t>space</a:t>
            </a:r>
            <a:endParaRPr lang="ar-SA" altLang="ar-SA" dirty="0">
              <a:latin typeface="Arial" panose="020B0604020202020204" pitchFamily="34" charset="0"/>
            </a:endParaRPr>
          </a:p>
          <a:p>
            <a:r>
              <a:rPr lang="en-US" dirty="0"/>
              <a:t>Use </a:t>
            </a:r>
            <a:r>
              <a:rPr lang="en-US" b="1" dirty="0"/>
              <a:t>Semaphores</a:t>
            </a:r>
            <a:r>
              <a:rPr lang="en-US" dirty="0"/>
              <a:t> to control access to shared memory and avoid race conditions</a:t>
            </a:r>
          </a:p>
          <a:p>
            <a:endParaRPr lang="en-US" dirty="0"/>
          </a:p>
          <a:p>
            <a:endParaRPr lang="en-US" dirty="0"/>
          </a:p>
          <a:p>
            <a:endParaRPr lang="ar-S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6F6BC-8F30-65E8-51F0-9507A64E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B8908-35C2-243F-AA9C-F07BF32F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31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E25B-4DEF-C36D-5515-CD140798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993587" y="-86157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How the project work </a:t>
            </a:r>
            <a:endParaRPr lang="ar-SA" dirty="0">
              <a:solidFill>
                <a:schemeClr val="bg2"/>
              </a:solidFill>
            </a:endParaRPr>
          </a:p>
        </p:txBody>
      </p:sp>
      <p:pic>
        <p:nvPicPr>
          <p:cNvPr id="24" name="Content Placeholder 23" descr="A diagram of a server communication system">
            <a:extLst>
              <a:ext uri="{FF2B5EF4-FFF2-40B4-BE49-F238E27FC236}">
                <a16:creationId xmlns:a16="http://schemas.microsoft.com/office/drawing/2014/main" id="{4940BA75-7920-47E4-1905-DF4356CF2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7248" y="1071694"/>
            <a:ext cx="8321879" cy="4714612"/>
          </a:xfrm>
        </p:spPr>
      </p:pic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83A4E9A-DDED-4C0D-D8D8-B765A2CD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4F2FDA0-62BC-5FE7-EE08-E1FA069A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45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6569-7296-5BEC-3C4F-363EA26F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3001" y="327514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chemeClr val="bg2"/>
                </a:solidFill>
              </a:rPr>
              <a:t>soket</a:t>
            </a:r>
            <a:r>
              <a:rPr lang="en-US" sz="4000" dirty="0">
                <a:solidFill>
                  <a:schemeClr val="bg2"/>
                </a:solidFill>
              </a:rPr>
              <a:t> and multithreading</a:t>
            </a:r>
            <a:br>
              <a:rPr lang="en-US" sz="4000" dirty="0">
                <a:solidFill>
                  <a:schemeClr val="bg2"/>
                </a:solidFill>
              </a:rPr>
            </a:br>
            <a:endParaRPr lang="ar-SA" sz="4000" dirty="0">
              <a:solidFill>
                <a:schemeClr val="bg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84918-DCF7-EBF2-91B8-AE7F813F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683461" y="6248399"/>
            <a:ext cx="6239309" cy="365125"/>
          </a:xfrm>
        </p:spPr>
        <p:txBody>
          <a:bodyPr/>
          <a:lstStyle/>
          <a:p>
            <a:r>
              <a:rPr lang="en-US" dirty="0"/>
              <a:t>Operating system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6A18A-40B0-2648-1D28-D59ED3F4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43001" y="62483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A8BABE-C788-D1EC-3AA3-97E0418C2054}"/>
              </a:ext>
            </a:extLst>
          </p:cNvPr>
          <p:cNvCxnSpPr>
            <a:cxnSpLocks/>
          </p:cNvCxnSpPr>
          <p:nvPr/>
        </p:nvCxnSpPr>
        <p:spPr>
          <a:xfrm>
            <a:off x="2625213" y="1189703"/>
            <a:ext cx="68924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2FF00434-B171-1190-EA2A-395179F341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2731669"/>
              </p:ext>
            </p:extLst>
          </p:nvPr>
        </p:nvGraphicFramePr>
        <p:xfrm>
          <a:off x="14439" y="1364832"/>
          <a:ext cx="11032971" cy="4442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9029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9CBB-73BA-24FA-3AF4-4BB50BB17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0" y="77300"/>
            <a:ext cx="12064182" cy="120788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</a:rPr>
              <a:t>shared-memory and synchronization </a:t>
            </a:r>
            <a:br>
              <a:rPr lang="ar-SA" sz="3200" b="1" dirty="0">
                <a:solidFill>
                  <a:schemeClr val="bg2"/>
                </a:solidFill>
              </a:rPr>
            </a:br>
            <a:endParaRPr lang="ar-SA" sz="3200" b="1" dirty="0">
              <a:solidFill>
                <a:schemeClr val="bg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8BB1A-8A6F-0303-93AF-2AF1F540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797400" y="6162954"/>
            <a:ext cx="5124886" cy="365125"/>
          </a:xfrm>
        </p:spPr>
        <p:txBody>
          <a:bodyPr/>
          <a:lstStyle/>
          <a:p>
            <a:r>
              <a:rPr lang="en-US" dirty="0"/>
              <a:t>Operating system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332FB-8BA3-F002-F85A-8ED9EE57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573161" y="616295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C96A507-847E-E6B7-ED36-88CBD98E0E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943773"/>
              </p:ext>
            </p:extLst>
          </p:nvPr>
        </p:nvGraphicFramePr>
        <p:xfrm>
          <a:off x="-1" y="1386348"/>
          <a:ext cx="10785987" cy="3949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1238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124E-B534-ABC4-429E-454B9CF6EA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bg2"/>
                </a:solidFill>
              </a:rPr>
              <a:t>The end</a:t>
            </a:r>
            <a:endParaRPr lang="ar-SA" sz="5400" b="1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560D2-A00C-989A-2881-3330B1D18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524000" y="4414684"/>
            <a:ext cx="8791575" cy="84311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>
                    <a:lumMod val="95000"/>
                  </a:schemeClr>
                </a:solidFill>
              </a:rPr>
              <a:t>Thanks for us</a:t>
            </a:r>
            <a:endParaRPr lang="ar-SA" sz="40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0E98F-A0DD-A89B-C702-5FB38361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 Project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82DB0-2CBD-639A-6571-B1F3DBBE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4119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gt.TF04033919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gt.TF04033919" id="{25D8D1E8-17FF-49B2-86BF-EFA2CBD7C6BF}" vid="{5E7EBC58-D020-494F-B23B-A8FDA85F03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{11513189-F192-4B0F-A1B2-4DA96BD321AE}TF6d5feb1e-e145-43f1-b745-cb4b54c5ee973e16eb43_win32-3e99757d9bcf</Template>
  <TotalTime>74</TotalTime>
  <Words>297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Tw Cen MT</vt:lpstr>
      <vt:lpstr>tgt.TF04033919</vt:lpstr>
      <vt:lpstr>Operating system Project </vt:lpstr>
      <vt:lpstr>team member and coordinator </vt:lpstr>
      <vt:lpstr>Project idea </vt:lpstr>
      <vt:lpstr>How the project work </vt:lpstr>
      <vt:lpstr>soket and multithreading </vt:lpstr>
      <vt:lpstr>shared-memory and synchronization  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Abdlhamed Abdlrady</dc:creator>
  <cp:lastModifiedBy>Abdlhamed Abdlrady</cp:lastModifiedBy>
  <cp:revision>1</cp:revision>
  <dcterms:created xsi:type="dcterms:W3CDTF">2025-12-18T15:51:37Z</dcterms:created>
  <dcterms:modified xsi:type="dcterms:W3CDTF">2025-12-18T17:06:01Z</dcterms:modified>
</cp:coreProperties>
</file>